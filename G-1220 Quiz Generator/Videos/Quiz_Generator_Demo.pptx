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F7961-2984-3D2E-6F5C-AD0BB07E86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4BDB32-1B65-9D00-8A4D-9A5D1E866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DE023-85FC-5317-4599-1AADB9971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E723A-D45D-406E-A355-22A26C4C109A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9735F-84BE-BBCE-976E-362A55C09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09EBC-C78B-4759-BA4D-EB3D668EE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710EF-550A-4CFE-9C54-892088A02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072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BAAF-0B68-F986-AD25-E016577E2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7AC0B7-1B56-9294-8667-E74A92002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28A16-1A91-D05D-08D9-F036D482D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E723A-D45D-406E-A355-22A26C4C109A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6B046-7518-9C33-923C-77E8C6827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094FC-2E51-9057-CA2F-EEE9C3E73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710EF-550A-4CFE-9C54-892088A02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491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6FFC-EDD4-E1AD-171B-19D8E0E1B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EFC76-940F-8F30-F4DC-98BEC2F8C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32521-CFA0-E2AF-DC5B-33E3C5CF6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E723A-D45D-406E-A355-22A26C4C109A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26C13E-7C99-E1C6-8C94-FE1A8E6C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5461C-C077-FAEA-97EF-A61F2BA6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710EF-550A-4CFE-9C54-892088A02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745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FBD80-B11A-A817-AE5E-E21543C4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D67DD-101C-6E49-AE5B-F9C03AB6D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5246C-24A1-5EA7-E0E5-4484BE081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82E94-20E5-0EEF-BCA2-5CE02AE36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E723A-D45D-406E-A355-22A26C4C109A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AE85DA-215F-D23C-5D86-DD3D0E2E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ACA15-73D8-4000-7778-5C6781757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710EF-550A-4CFE-9C54-892088A02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130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3660A-435B-47C0-C18C-AAA79A8C2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509F0-D7F7-EBC4-88D1-21B2385F3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F904D-358B-4001-1953-21007A832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B6A6A8-08F1-67CC-8961-2E995697A0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422C3-23D6-FF23-7E1D-F70CBF54D4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6B2438-C32C-35DD-4C7A-10C03A033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E723A-D45D-406E-A355-22A26C4C109A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BE3C58-C065-E304-B52F-3F1A6E1C3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634FC1-7480-C435-C82A-931F65C1D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710EF-550A-4CFE-9C54-892088A02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7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A7213-3974-0563-84E5-95207880F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22BB6D-7D7B-84A5-4406-60E908733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E723A-D45D-406E-A355-22A26C4C109A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73974A-B39E-B786-0275-4D2914CF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6366D4-3FBD-0EAC-65F5-9A4B81BC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710EF-550A-4CFE-9C54-892088A02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933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85DB30-60D1-B900-5FD9-EDA28C3F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E723A-D45D-406E-A355-22A26C4C109A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5A8F31-AF8D-2187-F5B7-965276040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56859-6DEE-D1EA-8486-2ED40EBE5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710EF-550A-4CFE-9C54-892088A02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012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52CA1-27E1-E45A-99B4-38EDDE5C4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959F7-2972-FCA6-A024-1E051E3EE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7DE6A0-0261-E350-E015-9788BBA11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324A9-795E-CAC8-75D9-1FBC3F769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E723A-D45D-406E-A355-22A26C4C109A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9BD68-D207-35B0-0083-EB27749D9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3549D-F0FC-7D84-F32D-C4EA2879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710EF-550A-4CFE-9C54-892088A02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7481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67A40-DB82-7A21-E917-18C0F4C78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0E3903-2A63-F940-B9D5-9F74C5748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20CA66-A18B-C049-DE2C-B511BA6E7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9BF233-0B09-9324-4259-1EC34A62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E723A-D45D-406E-A355-22A26C4C109A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6A5BB-D8AB-F603-5D8E-46E8DB551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F1050-2485-30FA-5DC4-1236D993E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710EF-550A-4CFE-9C54-892088A02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842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7BD5B-0CE0-140D-B639-4FCF781CE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0B4DB-39B9-A454-C749-D0DCA7763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D8B38-2B7C-7C45-CAC3-9E5DA268C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E723A-D45D-406E-A355-22A26C4C109A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D9C93-9B72-41BA-5E14-B04770EBB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A7F5F-44CC-FF62-50DB-07681C884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710EF-550A-4CFE-9C54-892088A02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946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174903-A1DC-0942-007A-F47ECE92D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782ACF-B3B4-C799-E092-9A5D537C6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5A4E2-EBF1-82D7-E82D-39ECC6FA9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E723A-D45D-406E-A355-22A26C4C109A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D7CBD-6120-2134-61B4-9E192BD9B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585DC-3E1C-3FCA-C9FE-107D3F8CF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8710EF-550A-4CFE-9C54-892088A02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575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A4BD09-486C-5B26-F6F5-97E76A0C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67E51-2F76-0418-1459-5A46F4493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82A28-D17E-CB39-E194-B13C124301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6E723A-D45D-406E-A355-22A26C4C109A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82D7C-A426-C0A4-9AF4-F6994BD973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6F784-99B4-F8C8-EECD-1C0B14444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710EF-550A-4CFE-9C54-892088A0285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226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7CEA9A-6481-5356-330C-D09B011034D2}"/>
              </a:ext>
            </a:extLst>
          </p:cNvPr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7A7D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219B31-EF80-A09A-F141-1CF1166714B9}"/>
              </a:ext>
            </a:extLst>
          </p:cNvPr>
          <p:cNvSpPr txBox="1"/>
          <p:nvPr/>
        </p:nvSpPr>
        <p:spPr>
          <a:xfrm>
            <a:off x="812800" y="431800"/>
            <a:ext cx="685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solidFill>
                  <a:srgbClr val="202020"/>
                </a:solidFill>
                <a:latin typeface="Aptos Display" panose="020B0004020202020204" pitchFamily="34" charset="0"/>
              </a:rPr>
              <a:t>Quizzy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716B59-01B2-D6EB-5BB6-0CDF3AAA834B}"/>
              </a:ext>
            </a:extLst>
          </p:cNvPr>
          <p:cNvSpPr txBox="1"/>
          <p:nvPr/>
        </p:nvSpPr>
        <p:spPr>
          <a:xfrm>
            <a:off x="812800" y="1041400"/>
            <a:ext cx="965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202020"/>
                </a:solidFill>
                <a:latin typeface="Aptos Display" panose="020B0004020202020204" pitchFamily="34" charset="0"/>
              </a:rPr>
              <a:t>AI-powered quiz generation and study practice</a:t>
            </a:r>
            <a:endParaRPr lang="en-IN" sz="1700">
              <a:solidFill>
                <a:srgbClr val="202020"/>
              </a:solidFill>
              <a:latin typeface="Aptos Display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C4454F-C1A0-DC4A-360D-3B7D43F20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063" y="2786063"/>
            <a:ext cx="4587875" cy="458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18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F68BB0-1705-A10F-A2DF-BC0D6C973E8D}"/>
              </a:ext>
            </a:extLst>
          </p:cNvPr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7A7D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89FF9B-23CE-9C08-19BF-9CA572E239F8}"/>
              </a:ext>
            </a:extLst>
          </p:cNvPr>
          <p:cNvSpPr txBox="1"/>
          <p:nvPr/>
        </p:nvSpPr>
        <p:spPr>
          <a:xfrm>
            <a:off x="812800" y="431800"/>
            <a:ext cx="685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solidFill>
                  <a:srgbClr val="202020"/>
                </a:solidFill>
                <a:latin typeface="Aptos Display" panose="020B0004020202020204" pitchFamily="34" charset="0"/>
              </a:rPr>
              <a:t>Home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AF2B4-4925-798B-1738-F2B816219DDF}"/>
              </a:ext>
            </a:extLst>
          </p:cNvPr>
          <p:cNvSpPr txBox="1"/>
          <p:nvPr/>
        </p:nvSpPr>
        <p:spPr>
          <a:xfrm>
            <a:off x="812800" y="1041400"/>
            <a:ext cx="965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202020"/>
                </a:solidFill>
                <a:latin typeface="Aptos Display" panose="020B0004020202020204" pitchFamily="34" charset="0"/>
              </a:rPr>
              <a:t>Students start from a clean dashboard for quiz creation and study tools</a:t>
            </a:r>
            <a:endParaRPr lang="en-IN" sz="1700">
              <a:solidFill>
                <a:srgbClr val="202020"/>
              </a:solidFill>
              <a:latin typeface="Aptos Display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D49EC5-7BD5-A470-24D9-04EC1021C9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1774" y="1340627"/>
            <a:ext cx="16919549" cy="747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30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9C25C8-48D3-D1EA-F02D-09F0EE07314B}"/>
              </a:ext>
            </a:extLst>
          </p:cNvPr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7A7D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A0C88-443D-458C-F019-0A1F35118332}"/>
              </a:ext>
            </a:extLst>
          </p:cNvPr>
          <p:cNvSpPr txBox="1"/>
          <p:nvPr/>
        </p:nvSpPr>
        <p:spPr>
          <a:xfrm>
            <a:off x="812800" y="431800"/>
            <a:ext cx="685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solidFill>
                  <a:srgbClr val="202020"/>
                </a:solidFill>
                <a:latin typeface="Aptos Display" panose="020B0004020202020204" pitchFamily="34" charset="0"/>
              </a:rPr>
              <a:t>Generate Quizzes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2E60D-7AFA-B987-7531-0B9D08936244}"/>
              </a:ext>
            </a:extLst>
          </p:cNvPr>
          <p:cNvSpPr txBox="1"/>
          <p:nvPr/>
        </p:nvSpPr>
        <p:spPr>
          <a:xfrm>
            <a:off x="812800" y="1041400"/>
            <a:ext cx="965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202020"/>
                </a:solidFill>
                <a:latin typeface="Aptos Display" panose="020B0004020202020204" pitchFamily="34" charset="0"/>
              </a:rPr>
              <a:t>Users enter or upload learning content and generate questions instantly</a:t>
            </a:r>
            <a:endParaRPr lang="en-IN" sz="1700">
              <a:solidFill>
                <a:srgbClr val="202020"/>
              </a:solidFill>
              <a:latin typeface="Aptos Display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020FA6-7FCF-899E-B49D-D14973471B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21286" y="1427114"/>
            <a:ext cx="16898573" cy="730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063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292A6B-53D3-AA50-093B-BE38FD742125}"/>
              </a:ext>
            </a:extLst>
          </p:cNvPr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7A7D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752562-671D-BF4F-F537-1DA6795E92C6}"/>
              </a:ext>
            </a:extLst>
          </p:cNvPr>
          <p:cNvSpPr txBox="1"/>
          <p:nvPr/>
        </p:nvSpPr>
        <p:spPr>
          <a:xfrm>
            <a:off x="812800" y="431800"/>
            <a:ext cx="685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solidFill>
                  <a:srgbClr val="202020"/>
                </a:solidFill>
                <a:latin typeface="Aptos Display" panose="020B0004020202020204" pitchFamily="34" charset="0"/>
              </a:rPr>
              <a:t>Student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498D59-2EC3-CA9D-D966-2005971567DA}"/>
              </a:ext>
            </a:extLst>
          </p:cNvPr>
          <p:cNvSpPr txBox="1"/>
          <p:nvPr/>
        </p:nvSpPr>
        <p:spPr>
          <a:xfrm>
            <a:off x="812800" y="1041400"/>
            <a:ext cx="965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202020"/>
                </a:solidFill>
                <a:latin typeface="Aptos Display" panose="020B0004020202020204" pitchFamily="34" charset="0"/>
              </a:rPr>
              <a:t>Quiz history, progress, stats, and learning activity are organized in one place</a:t>
            </a:r>
            <a:endParaRPr lang="en-IN" sz="1700">
              <a:solidFill>
                <a:srgbClr val="202020"/>
              </a:solidFill>
              <a:latin typeface="Aptos Display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C1B0EF-748A-1286-8749-E965EFC8E1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965" y="2571509"/>
            <a:ext cx="6714070" cy="501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351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D1824E-0B63-DA1C-B99E-2D18A1651208}"/>
              </a:ext>
            </a:extLst>
          </p:cNvPr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7A7D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CE1901-694F-F7FA-4434-5EEDB70E316A}"/>
              </a:ext>
            </a:extLst>
          </p:cNvPr>
          <p:cNvSpPr txBox="1"/>
          <p:nvPr/>
        </p:nvSpPr>
        <p:spPr>
          <a:xfrm>
            <a:off x="812800" y="431800"/>
            <a:ext cx="685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solidFill>
                  <a:srgbClr val="202020"/>
                </a:solidFill>
                <a:latin typeface="Aptos Display" panose="020B0004020202020204" pitchFamily="34" charset="0"/>
              </a:rPr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817B4-2E11-B01B-B9DA-191953C0CC9F}"/>
              </a:ext>
            </a:extLst>
          </p:cNvPr>
          <p:cNvSpPr txBox="1"/>
          <p:nvPr/>
        </p:nvSpPr>
        <p:spPr>
          <a:xfrm>
            <a:off x="812800" y="1041400"/>
            <a:ext cx="965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202020"/>
                </a:solidFill>
                <a:latin typeface="Aptos Display" panose="020B0004020202020204" pitchFamily="34" charset="0"/>
              </a:rPr>
              <a:t>The app shows scores and feedback after each quiz attempt</a:t>
            </a:r>
            <a:endParaRPr lang="en-IN" sz="1700">
              <a:solidFill>
                <a:srgbClr val="202020"/>
              </a:solidFill>
              <a:latin typeface="Aptos Display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EE5F25-AE38-5E2E-6A14-B026A1768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862" y="1888036"/>
            <a:ext cx="12416276" cy="638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947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6380BB-EA86-96B7-012C-F09C864A100D}"/>
              </a:ext>
            </a:extLst>
          </p:cNvPr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7A7D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90C974-4873-FD01-3D0B-DE28035E8EF0}"/>
              </a:ext>
            </a:extLst>
          </p:cNvPr>
          <p:cNvSpPr txBox="1"/>
          <p:nvPr/>
        </p:nvSpPr>
        <p:spPr>
          <a:xfrm>
            <a:off x="812800" y="431800"/>
            <a:ext cx="685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solidFill>
                  <a:srgbClr val="202020"/>
                </a:solidFill>
                <a:latin typeface="Aptos Display" panose="020B0004020202020204" pitchFamily="34" charset="0"/>
              </a:rPr>
              <a:t>Teacher Review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B2D7A-CBCD-EE5B-0FDF-AA8C752181EF}"/>
              </a:ext>
            </a:extLst>
          </p:cNvPr>
          <p:cNvSpPr txBox="1"/>
          <p:nvPr/>
        </p:nvSpPr>
        <p:spPr>
          <a:xfrm>
            <a:off x="812800" y="1041400"/>
            <a:ext cx="965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202020"/>
                </a:solidFill>
                <a:latin typeface="Aptos Display" panose="020B0004020202020204" pitchFamily="34" charset="0"/>
              </a:rPr>
              <a:t>Teachers can review questions, monitor activity, and support learners</a:t>
            </a:r>
            <a:endParaRPr lang="en-IN" sz="1700">
              <a:solidFill>
                <a:srgbClr val="202020"/>
              </a:solidFill>
              <a:latin typeface="Aptos Display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A12214-EE40-1F4D-A252-B5452EBEB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980" y="2396936"/>
            <a:ext cx="11158040" cy="536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107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BE1589-B536-B87C-0A82-21867EE268FE}"/>
              </a:ext>
            </a:extLst>
          </p:cNvPr>
          <p:cNvSpPr/>
          <p:nvPr/>
        </p:nvSpPr>
        <p:spPr>
          <a:xfrm>
            <a:off x="0" y="0"/>
            <a:ext cx="16256000" cy="101600"/>
          </a:xfrm>
          <a:prstGeom prst="rect">
            <a:avLst/>
          </a:prstGeom>
          <a:solidFill>
            <a:srgbClr val="7A7D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F0BE50-2386-8784-9F52-21DF17A21EB1}"/>
              </a:ext>
            </a:extLst>
          </p:cNvPr>
          <p:cNvSpPr txBox="1"/>
          <p:nvPr/>
        </p:nvSpPr>
        <p:spPr>
          <a:xfrm>
            <a:off x="812800" y="431800"/>
            <a:ext cx="6858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3000" b="1">
                <a:solidFill>
                  <a:srgbClr val="202020"/>
                </a:solidFill>
                <a:latin typeface="Aptos Display" panose="020B0004020202020204" pitchFamily="34" charset="0"/>
              </a:rPr>
              <a:t>Complete Study Toolkit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A0E64-1B61-A689-DF2C-9AAA52E2784D}"/>
              </a:ext>
            </a:extLst>
          </p:cNvPr>
          <p:cNvSpPr txBox="1"/>
          <p:nvPr/>
        </p:nvSpPr>
        <p:spPr>
          <a:xfrm>
            <a:off x="812800" y="1041400"/>
            <a:ext cx="9652000" cy="3539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700">
                <a:solidFill>
                  <a:srgbClr val="202020"/>
                </a:solidFill>
                <a:latin typeface="Aptos Display" panose="020B0004020202020204" pitchFamily="34" charset="0"/>
              </a:rPr>
              <a:t>Quizzy combines quiz generation, flashcards, practice games, and progress tracking</a:t>
            </a:r>
            <a:endParaRPr lang="en-IN" sz="1700">
              <a:solidFill>
                <a:srgbClr val="202020"/>
              </a:solidFill>
              <a:latin typeface="Aptos Display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0D6FF4-4C11-E7BB-DFA3-F45248667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9646" y="2312035"/>
            <a:ext cx="19155293" cy="553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77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00"/>
    </mc:Choice>
    <mc:Fallback>
      <p:transition spd="slow" advTm="4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Microsoft Office PowerPoint</Application>
  <PresentationFormat>Custom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ANSHULA ADDANKI</dc:creator>
  <cp:lastModifiedBy>ANSHULA ADDANKI</cp:lastModifiedBy>
  <cp:revision>1</cp:revision>
  <dcterms:created xsi:type="dcterms:W3CDTF">2026-06-03T13:23:34Z</dcterms:created>
  <dcterms:modified xsi:type="dcterms:W3CDTF">2026-06-03T13:23:34Z</dcterms:modified>
</cp:coreProperties>
</file>