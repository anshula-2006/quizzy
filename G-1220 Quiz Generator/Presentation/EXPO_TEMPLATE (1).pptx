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5" roundtripDataSignature="AMtx7mgYVy1oNDB0DxTjVO5jVJAdDTE0P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F3A6BB-C27F-4655-A810-3042DFA8F632}" v="28" dt="2026-06-01T07:06:42.6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629" y="7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customschemas.google.com/relationships/presentationmetadata" Target="meta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HULA ADDANKI" userId="7c3c9b916c3d6f63" providerId="LiveId" clId="{D3CB191B-6BE7-4093-90F8-6FC70098CF7B}"/>
    <pc:docChg chg="undo custSel modSld">
      <pc:chgData name="ANSHULA ADDANKI" userId="7c3c9b916c3d6f63" providerId="LiveId" clId="{D3CB191B-6BE7-4093-90F8-6FC70098CF7B}" dt="2026-06-02T04:28:13.977" v="459" actId="20577"/>
      <pc:docMkLst>
        <pc:docMk/>
      </pc:docMkLst>
      <pc:sldChg chg="modSp mod">
        <pc:chgData name="ANSHULA ADDANKI" userId="7c3c9b916c3d6f63" providerId="LiveId" clId="{D3CB191B-6BE7-4093-90F8-6FC70098CF7B}" dt="2026-06-01T07:12:59.208" v="457" actId="20577"/>
        <pc:sldMkLst>
          <pc:docMk/>
          <pc:sldMk cId="0" sldId="256"/>
        </pc:sldMkLst>
        <pc:spChg chg="mod">
          <ac:chgData name="ANSHULA ADDANKI" userId="7c3c9b916c3d6f63" providerId="LiveId" clId="{D3CB191B-6BE7-4093-90F8-6FC70098CF7B}" dt="2026-06-01T06:41:53.373" v="31"/>
          <ac:spMkLst>
            <pc:docMk/>
            <pc:sldMk cId="0" sldId="256"/>
            <ac:spMk id="77" creationId="{00000000-0000-0000-0000-000000000000}"/>
          </ac:spMkLst>
        </pc:spChg>
        <pc:spChg chg="mod">
          <ac:chgData name="ANSHULA ADDANKI" userId="7c3c9b916c3d6f63" providerId="LiveId" clId="{D3CB191B-6BE7-4093-90F8-6FC70098CF7B}" dt="2026-06-01T07:12:59.208" v="457" actId="20577"/>
          <ac:spMkLst>
            <pc:docMk/>
            <pc:sldMk cId="0" sldId="256"/>
            <ac:spMk id="78" creationId="{00000000-0000-0000-0000-000000000000}"/>
          </ac:spMkLst>
        </pc:spChg>
        <pc:spChg chg="mod">
          <ac:chgData name="ANSHULA ADDANKI" userId="7c3c9b916c3d6f63" providerId="LiveId" clId="{D3CB191B-6BE7-4093-90F8-6FC70098CF7B}" dt="2026-06-01T06:42:21.456" v="57" actId="20577"/>
          <ac:spMkLst>
            <pc:docMk/>
            <pc:sldMk cId="0" sldId="256"/>
            <ac:spMk id="79" creationId="{00000000-0000-0000-0000-000000000000}"/>
          </ac:spMkLst>
        </pc:spChg>
      </pc:sldChg>
      <pc:sldChg chg="modSp mod">
        <pc:chgData name="ANSHULA ADDANKI" userId="7c3c9b916c3d6f63" providerId="LiveId" clId="{D3CB191B-6BE7-4093-90F8-6FC70098CF7B}" dt="2026-06-01T06:44:44.523" v="81" actId="20577"/>
        <pc:sldMkLst>
          <pc:docMk/>
          <pc:sldMk cId="0" sldId="257"/>
        </pc:sldMkLst>
        <pc:spChg chg="mod">
          <ac:chgData name="ANSHULA ADDANKI" userId="7c3c9b916c3d6f63" providerId="LiveId" clId="{D3CB191B-6BE7-4093-90F8-6FC70098CF7B}" dt="2026-06-01T06:44:44.523" v="81" actId="20577"/>
          <ac:spMkLst>
            <pc:docMk/>
            <pc:sldMk cId="0" sldId="257"/>
            <ac:spMk id="85" creationId="{00000000-0000-0000-0000-000000000000}"/>
          </ac:spMkLst>
        </pc:spChg>
      </pc:sldChg>
      <pc:sldChg chg="modSp mod">
        <pc:chgData name="ANSHULA ADDANKI" userId="7c3c9b916c3d6f63" providerId="LiveId" clId="{D3CB191B-6BE7-4093-90F8-6FC70098CF7B}" dt="2026-06-01T06:49:36.649" v="111" actId="1076"/>
        <pc:sldMkLst>
          <pc:docMk/>
          <pc:sldMk cId="0" sldId="258"/>
        </pc:sldMkLst>
        <pc:spChg chg="mod">
          <ac:chgData name="ANSHULA ADDANKI" userId="7c3c9b916c3d6f63" providerId="LiveId" clId="{D3CB191B-6BE7-4093-90F8-6FC70098CF7B}" dt="2026-06-01T06:49:36.649" v="111" actId="1076"/>
          <ac:spMkLst>
            <pc:docMk/>
            <pc:sldMk cId="0" sldId="258"/>
            <ac:spMk id="91" creationId="{00000000-0000-0000-0000-000000000000}"/>
          </ac:spMkLst>
        </pc:spChg>
      </pc:sldChg>
      <pc:sldChg chg="modSp mod">
        <pc:chgData name="ANSHULA ADDANKI" userId="7c3c9b916c3d6f63" providerId="LiveId" clId="{D3CB191B-6BE7-4093-90F8-6FC70098CF7B}" dt="2026-06-02T04:28:13.977" v="459" actId="20577"/>
        <pc:sldMkLst>
          <pc:docMk/>
          <pc:sldMk cId="0" sldId="259"/>
        </pc:sldMkLst>
        <pc:spChg chg="mod">
          <ac:chgData name="ANSHULA ADDANKI" userId="7c3c9b916c3d6f63" providerId="LiveId" clId="{D3CB191B-6BE7-4093-90F8-6FC70098CF7B}" dt="2026-06-02T04:28:13.977" v="459" actId="20577"/>
          <ac:spMkLst>
            <pc:docMk/>
            <pc:sldMk cId="0" sldId="259"/>
            <ac:spMk id="97" creationId="{00000000-0000-0000-0000-000000000000}"/>
          </ac:spMkLst>
        </pc:spChg>
      </pc:sldChg>
      <pc:sldChg chg="modSp mod">
        <pc:chgData name="ANSHULA ADDANKI" userId="7c3c9b916c3d6f63" providerId="LiveId" clId="{D3CB191B-6BE7-4093-90F8-6FC70098CF7B}" dt="2026-06-01T07:08:40.358" v="254" actId="2710"/>
        <pc:sldMkLst>
          <pc:docMk/>
          <pc:sldMk cId="0" sldId="260"/>
        </pc:sldMkLst>
        <pc:spChg chg="mod">
          <ac:chgData name="ANSHULA ADDANKI" userId="7c3c9b916c3d6f63" providerId="LiveId" clId="{D3CB191B-6BE7-4093-90F8-6FC70098CF7B}" dt="2026-06-01T06:52:49.149" v="137" actId="1076"/>
          <ac:spMkLst>
            <pc:docMk/>
            <pc:sldMk cId="0" sldId="260"/>
            <ac:spMk id="102" creationId="{00000000-0000-0000-0000-000000000000}"/>
          </ac:spMkLst>
        </pc:spChg>
        <pc:spChg chg="mod">
          <ac:chgData name="ANSHULA ADDANKI" userId="7c3c9b916c3d6f63" providerId="LiveId" clId="{D3CB191B-6BE7-4093-90F8-6FC70098CF7B}" dt="2026-06-01T07:08:40.358" v="254" actId="2710"/>
          <ac:spMkLst>
            <pc:docMk/>
            <pc:sldMk cId="0" sldId="260"/>
            <ac:spMk id="103" creationId="{00000000-0000-0000-0000-000000000000}"/>
          </ac:spMkLst>
        </pc:spChg>
      </pc:sldChg>
      <pc:sldChg chg="addSp delSp modSp mod">
        <pc:chgData name="ANSHULA ADDANKI" userId="7c3c9b916c3d6f63" providerId="LiveId" clId="{D3CB191B-6BE7-4093-90F8-6FC70098CF7B}" dt="2026-06-01T06:56:56.957" v="149" actId="1440"/>
        <pc:sldMkLst>
          <pc:docMk/>
          <pc:sldMk cId="0" sldId="261"/>
        </pc:sldMkLst>
        <pc:picChg chg="add mod">
          <ac:chgData name="ANSHULA ADDANKI" userId="7c3c9b916c3d6f63" providerId="LiveId" clId="{D3CB191B-6BE7-4093-90F8-6FC70098CF7B}" dt="2026-06-01T06:56:56.957" v="149" actId="1440"/>
          <ac:picMkLst>
            <pc:docMk/>
            <pc:sldMk cId="0" sldId="261"/>
            <ac:picMk id="3" creationId="{DE780BA8-3552-67DA-F20E-58FE87C3BD81}"/>
          </ac:picMkLst>
        </pc:picChg>
        <pc:picChg chg="del mod">
          <ac:chgData name="ANSHULA ADDANKI" userId="7c3c9b916c3d6f63" providerId="LiveId" clId="{D3CB191B-6BE7-4093-90F8-6FC70098CF7B}" dt="2026-06-01T06:55:25.817" v="141" actId="478"/>
          <ac:picMkLst>
            <pc:docMk/>
            <pc:sldMk cId="0" sldId="261"/>
            <ac:picMk id="109" creationId="{00000000-0000-0000-0000-000000000000}"/>
          </ac:picMkLst>
        </pc:picChg>
      </pc:sldChg>
      <pc:sldChg chg="modSp mod">
        <pc:chgData name="ANSHULA ADDANKI" userId="7c3c9b916c3d6f63" providerId="LiveId" clId="{D3CB191B-6BE7-4093-90F8-6FC70098CF7B}" dt="2026-06-01T07:01:03.621" v="168" actId="255"/>
        <pc:sldMkLst>
          <pc:docMk/>
          <pc:sldMk cId="0" sldId="262"/>
        </pc:sldMkLst>
        <pc:spChg chg="mod">
          <ac:chgData name="ANSHULA ADDANKI" userId="7c3c9b916c3d6f63" providerId="LiveId" clId="{D3CB191B-6BE7-4093-90F8-6FC70098CF7B}" dt="2026-06-01T06:58:46.664" v="155" actId="255"/>
          <ac:spMkLst>
            <pc:docMk/>
            <pc:sldMk cId="0" sldId="262"/>
            <ac:spMk id="115" creationId="{00000000-0000-0000-0000-000000000000}"/>
          </ac:spMkLst>
        </pc:spChg>
        <pc:spChg chg="mod">
          <ac:chgData name="ANSHULA ADDANKI" userId="7c3c9b916c3d6f63" providerId="LiveId" clId="{D3CB191B-6BE7-4093-90F8-6FC70098CF7B}" dt="2026-06-01T06:59:39.829" v="162" actId="14100"/>
          <ac:spMkLst>
            <pc:docMk/>
            <pc:sldMk cId="0" sldId="262"/>
            <ac:spMk id="116" creationId="{00000000-0000-0000-0000-000000000000}"/>
          </ac:spMkLst>
        </pc:spChg>
        <pc:spChg chg="mod">
          <ac:chgData name="ANSHULA ADDANKI" userId="7c3c9b916c3d6f63" providerId="LiveId" clId="{D3CB191B-6BE7-4093-90F8-6FC70098CF7B}" dt="2026-06-01T07:01:03.621" v="168" actId="255"/>
          <ac:spMkLst>
            <pc:docMk/>
            <pc:sldMk cId="0" sldId="262"/>
            <ac:spMk id="117" creationId="{00000000-0000-0000-0000-000000000000}"/>
          </ac:spMkLst>
        </pc:spChg>
      </pc:sldChg>
      <pc:sldChg chg="modSp mod">
        <pc:chgData name="ANSHULA ADDANKI" userId="7c3c9b916c3d6f63" providerId="LiveId" clId="{D3CB191B-6BE7-4093-90F8-6FC70098CF7B}" dt="2026-06-01T07:04:03.146" v="204" actId="14100"/>
        <pc:sldMkLst>
          <pc:docMk/>
          <pc:sldMk cId="0" sldId="263"/>
        </pc:sldMkLst>
        <pc:spChg chg="mod">
          <ac:chgData name="ANSHULA ADDANKI" userId="7c3c9b916c3d6f63" providerId="LiveId" clId="{D3CB191B-6BE7-4093-90F8-6FC70098CF7B}" dt="2026-06-01T07:04:03.146" v="204" actId="14100"/>
          <ac:spMkLst>
            <pc:docMk/>
            <pc:sldMk cId="0" sldId="263"/>
            <ac:spMk id="123" creationId="{00000000-0000-0000-0000-000000000000}"/>
          </ac:spMkLst>
        </pc:spChg>
      </pc:sldChg>
      <pc:sldChg chg="modSp mod">
        <pc:chgData name="ANSHULA ADDANKI" userId="7c3c9b916c3d6f63" providerId="LiveId" clId="{D3CB191B-6BE7-4093-90F8-6FC70098CF7B}" dt="2026-06-01T07:07:29.357" v="233" actId="255"/>
        <pc:sldMkLst>
          <pc:docMk/>
          <pc:sldMk cId="0" sldId="264"/>
        </pc:sldMkLst>
        <pc:spChg chg="mod">
          <ac:chgData name="ANSHULA ADDANKI" userId="7c3c9b916c3d6f63" providerId="LiveId" clId="{D3CB191B-6BE7-4093-90F8-6FC70098CF7B}" dt="2026-06-01T07:07:29.357" v="233" actId="255"/>
          <ac:spMkLst>
            <pc:docMk/>
            <pc:sldMk cId="0" sldId="264"/>
            <ac:spMk id="12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1:notes"/>
          <p:cNvSpPr txBox="1">
            <a:spLocks noGrp="1"/>
          </p:cNvSpPr>
          <p:nvPr>
            <p:ph type="body" idx="1"/>
          </p:nvPr>
        </p:nvSpPr>
        <p:spPr>
          <a:xfrm>
            <a:off x="685799" y="4343379"/>
            <a:ext cx="5486389" cy="411478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75" name="Google Shape;7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 name="Google Shape;8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2"/>
          <p:cNvSpPr txBox="1">
            <a:spLocks noGrp="1"/>
          </p:cNvSpPr>
          <p:nvPr>
            <p:ph type="dt" idx="10"/>
          </p:nvPr>
        </p:nvSpPr>
        <p:spPr>
          <a:xfrm>
            <a:off x="609600" y="6356355"/>
            <a:ext cx="2844800" cy="365125"/>
          </a:xfrm>
          <a:prstGeom prst="rect">
            <a:avLst/>
          </a:prstGeom>
          <a:noFill/>
          <a:ln>
            <a:noFill/>
          </a:ln>
        </p:spPr>
        <p:txBody>
          <a:bodyPr spcFirstLastPara="1" wrap="square" lIns="81025" tIns="40500" rIns="81025" bIns="405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17" name="Google Shape;17;p12"/>
          <p:cNvSpPr txBox="1">
            <a:spLocks noGrp="1"/>
          </p:cNvSpPr>
          <p:nvPr>
            <p:ph type="ftr" idx="11"/>
          </p:nvPr>
        </p:nvSpPr>
        <p:spPr>
          <a:xfrm>
            <a:off x="4165600" y="6356355"/>
            <a:ext cx="3860800" cy="365125"/>
          </a:xfrm>
          <a:prstGeom prst="rect">
            <a:avLst/>
          </a:prstGeom>
          <a:noFill/>
          <a:ln>
            <a:noFill/>
          </a:ln>
        </p:spPr>
        <p:txBody>
          <a:bodyPr spcFirstLastPara="1" wrap="square" lIns="81025" tIns="40500" rIns="81025" bIns="405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18" name="Google Shape;18;p12"/>
          <p:cNvSpPr txBox="1">
            <a:spLocks noGrp="1"/>
          </p:cNvSpPr>
          <p:nvPr>
            <p:ph type="sldNum" idx="12"/>
          </p:nvPr>
        </p:nvSpPr>
        <p:spPr>
          <a:xfrm>
            <a:off x="8737600" y="6356355"/>
            <a:ext cx="2844800" cy="365125"/>
          </a:xfrm>
          <a:prstGeom prst="rect">
            <a:avLst/>
          </a:prstGeom>
          <a:noFill/>
          <a:ln>
            <a:noFill/>
          </a:ln>
        </p:spPr>
        <p:txBody>
          <a:bodyPr spcFirstLastPara="1" wrap="square" lIns="81025" tIns="40500" rIns="81025" bIns="40500" anchor="ctr" anchorCtr="0">
            <a:noAutofit/>
          </a:bodyPr>
          <a:lstStyle>
            <a:lvl1pPr marL="0" lvl="0"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1pPr>
            <a:lvl2pPr marL="0" lvl="1"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2pPr>
            <a:lvl3pPr marL="0" lvl="2"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3pPr>
            <a:lvl4pPr marL="0" lvl="3"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4pPr>
            <a:lvl5pPr marL="0" lvl="4"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5pPr>
            <a:lvl6pPr marL="0" lvl="5"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6pPr>
            <a:lvl7pPr marL="0" lvl="6"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7pPr>
            <a:lvl8pPr marL="0" lvl="7"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8pPr>
            <a:lvl9pPr marL="0" lvl="8"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13"/>
          <p:cNvSpPr txBox="1">
            <a:spLocks noGrp="1"/>
          </p:cNvSpPr>
          <p:nvPr>
            <p:ph type="ctrTitle"/>
          </p:nvPr>
        </p:nvSpPr>
        <p:spPr>
          <a:xfrm>
            <a:off x="914400" y="2130429"/>
            <a:ext cx="10363200" cy="1470025"/>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3"/>
          <p:cNvSpPr txBox="1">
            <a:spLocks noGrp="1"/>
          </p:cNvSpPr>
          <p:nvPr>
            <p:ph type="subTitle" idx="1"/>
          </p:nvPr>
        </p:nvSpPr>
        <p:spPr>
          <a:xfrm>
            <a:off x="1828800" y="3886200"/>
            <a:ext cx="8534400" cy="1752600"/>
          </a:xfrm>
          <a:prstGeom prst="rect">
            <a:avLst/>
          </a:prstGeom>
          <a:noFill/>
          <a:ln>
            <a:noFill/>
          </a:ln>
        </p:spPr>
        <p:txBody>
          <a:bodyPr spcFirstLastPara="1" wrap="square" lIns="81025" tIns="40500" rIns="81025" bIns="40500" anchor="t" anchorCtr="0">
            <a:normAutofit/>
          </a:bodyPr>
          <a:lstStyle>
            <a:lvl1pPr lvl="0" algn="ctr">
              <a:lnSpc>
                <a:spcPct val="100000"/>
              </a:lnSpc>
              <a:spcBef>
                <a:spcPts val="670"/>
              </a:spcBef>
              <a:spcAft>
                <a:spcPts val="0"/>
              </a:spcAft>
              <a:buClr>
                <a:srgbClr val="888888"/>
              </a:buClr>
              <a:buSzPts val="3360"/>
              <a:buNone/>
              <a:defRPr>
                <a:solidFill>
                  <a:srgbClr val="888888"/>
                </a:solidFill>
              </a:defRPr>
            </a:lvl1pPr>
            <a:lvl2pPr lvl="1" algn="ctr">
              <a:lnSpc>
                <a:spcPct val="100000"/>
              </a:lnSpc>
              <a:spcBef>
                <a:spcPts val="600"/>
              </a:spcBef>
              <a:spcAft>
                <a:spcPts val="0"/>
              </a:spcAft>
              <a:buClr>
                <a:srgbClr val="888888"/>
              </a:buClr>
              <a:buSzPts val="3000"/>
              <a:buNone/>
              <a:defRPr>
                <a:solidFill>
                  <a:srgbClr val="888888"/>
                </a:solidFill>
              </a:defRPr>
            </a:lvl2pPr>
            <a:lvl3pPr lvl="2" algn="ctr">
              <a:lnSpc>
                <a:spcPct val="100000"/>
              </a:lnSpc>
              <a:spcBef>
                <a:spcPts val="505"/>
              </a:spcBef>
              <a:spcAft>
                <a:spcPts val="0"/>
              </a:spcAft>
              <a:buClr>
                <a:srgbClr val="888888"/>
              </a:buClr>
              <a:buSzPts val="2520"/>
              <a:buNone/>
              <a:defRPr>
                <a:solidFill>
                  <a:srgbClr val="888888"/>
                </a:solidFill>
              </a:defRPr>
            </a:lvl3pPr>
            <a:lvl4pPr lvl="3" algn="ctr">
              <a:lnSpc>
                <a:spcPct val="100000"/>
              </a:lnSpc>
              <a:spcBef>
                <a:spcPts val="430"/>
              </a:spcBef>
              <a:spcAft>
                <a:spcPts val="0"/>
              </a:spcAft>
              <a:buClr>
                <a:srgbClr val="888888"/>
              </a:buClr>
              <a:buSzPts val="2160"/>
              <a:buNone/>
              <a:defRPr>
                <a:solidFill>
                  <a:srgbClr val="888888"/>
                </a:solidFill>
              </a:defRPr>
            </a:lvl4pPr>
            <a:lvl5pPr lvl="4" algn="ctr">
              <a:lnSpc>
                <a:spcPct val="100000"/>
              </a:lnSpc>
              <a:spcBef>
                <a:spcPts val="430"/>
              </a:spcBef>
              <a:spcAft>
                <a:spcPts val="0"/>
              </a:spcAft>
              <a:buClr>
                <a:srgbClr val="888888"/>
              </a:buClr>
              <a:buSzPts val="2160"/>
              <a:buNone/>
              <a:defRPr>
                <a:solidFill>
                  <a:srgbClr val="888888"/>
                </a:solidFill>
              </a:defRPr>
            </a:lvl5pPr>
            <a:lvl6pPr lvl="5" algn="ctr">
              <a:lnSpc>
                <a:spcPct val="100000"/>
              </a:lnSpc>
              <a:spcBef>
                <a:spcPts val="430"/>
              </a:spcBef>
              <a:spcAft>
                <a:spcPts val="0"/>
              </a:spcAft>
              <a:buClr>
                <a:srgbClr val="888888"/>
              </a:buClr>
              <a:buSzPts val="2160"/>
              <a:buNone/>
              <a:defRPr>
                <a:solidFill>
                  <a:srgbClr val="888888"/>
                </a:solidFill>
              </a:defRPr>
            </a:lvl6pPr>
            <a:lvl7pPr lvl="6" algn="ctr">
              <a:lnSpc>
                <a:spcPct val="100000"/>
              </a:lnSpc>
              <a:spcBef>
                <a:spcPts val="430"/>
              </a:spcBef>
              <a:spcAft>
                <a:spcPts val="0"/>
              </a:spcAft>
              <a:buClr>
                <a:srgbClr val="888888"/>
              </a:buClr>
              <a:buSzPts val="2160"/>
              <a:buNone/>
              <a:defRPr>
                <a:solidFill>
                  <a:srgbClr val="888888"/>
                </a:solidFill>
              </a:defRPr>
            </a:lvl7pPr>
            <a:lvl8pPr lvl="7" algn="ctr">
              <a:lnSpc>
                <a:spcPct val="100000"/>
              </a:lnSpc>
              <a:spcBef>
                <a:spcPts val="430"/>
              </a:spcBef>
              <a:spcAft>
                <a:spcPts val="0"/>
              </a:spcAft>
              <a:buClr>
                <a:srgbClr val="888888"/>
              </a:buClr>
              <a:buSzPts val="2160"/>
              <a:buNone/>
              <a:defRPr>
                <a:solidFill>
                  <a:srgbClr val="888888"/>
                </a:solidFill>
              </a:defRPr>
            </a:lvl8pPr>
            <a:lvl9pPr lvl="8" algn="ctr">
              <a:lnSpc>
                <a:spcPct val="100000"/>
              </a:lnSpc>
              <a:spcBef>
                <a:spcPts val="430"/>
              </a:spcBef>
              <a:spcAft>
                <a:spcPts val="0"/>
              </a:spcAft>
              <a:buClr>
                <a:srgbClr val="888888"/>
              </a:buClr>
              <a:buSzPts val="2160"/>
              <a:buNone/>
              <a:defRPr>
                <a:solidFill>
                  <a:srgbClr val="888888"/>
                </a:solidFill>
              </a:defRPr>
            </a:lvl9pPr>
          </a:lstStyle>
          <a:p>
            <a:endParaRPr/>
          </a:p>
        </p:txBody>
      </p:sp>
      <p:sp>
        <p:nvSpPr>
          <p:cNvPr id="22" name="Google Shape;22;p13"/>
          <p:cNvSpPr txBox="1">
            <a:spLocks noGrp="1"/>
          </p:cNvSpPr>
          <p:nvPr>
            <p:ph type="dt" idx="10"/>
          </p:nvPr>
        </p:nvSpPr>
        <p:spPr>
          <a:xfrm>
            <a:off x="609600" y="6356355"/>
            <a:ext cx="2844800" cy="365125"/>
          </a:xfrm>
          <a:prstGeom prst="rect">
            <a:avLst/>
          </a:prstGeom>
          <a:noFill/>
          <a:ln>
            <a:noFill/>
          </a:ln>
        </p:spPr>
        <p:txBody>
          <a:bodyPr spcFirstLastPara="1" wrap="square" lIns="81025" tIns="40500" rIns="81025" bIns="405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23" name="Google Shape;23;p13"/>
          <p:cNvSpPr txBox="1">
            <a:spLocks noGrp="1"/>
          </p:cNvSpPr>
          <p:nvPr>
            <p:ph type="ftr" idx="11"/>
          </p:nvPr>
        </p:nvSpPr>
        <p:spPr>
          <a:xfrm>
            <a:off x="4165600" y="6356355"/>
            <a:ext cx="3860800" cy="365125"/>
          </a:xfrm>
          <a:prstGeom prst="rect">
            <a:avLst/>
          </a:prstGeom>
          <a:noFill/>
          <a:ln>
            <a:noFill/>
          </a:ln>
        </p:spPr>
        <p:txBody>
          <a:bodyPr spcFirstLastPara="1" wrap="square" lIns="81025" tIns="40500" rIns="81025" bIns="405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24" name="Google Shape;24;p13"/>
          <p:cNvSpPr txBox="1">
            <a:spLocks noGrp="1"/>
          </p:cNvSpPr>
          <p:nvPr>
            <p:ph type="sldNum" idx="12"/>
          </p:nvPr>
        </p:nvSpPr>
        <p:spPr>
          <a:xfrm>
            <a:off x="8737600" y="6356355"/>
            <a:ext cx="2844800" cy="365125"/>
          </a:xfrm>
          <a:prstGeom prst="rect">
            <a:avLst/>
          </a:prstGeom>
          <a:noFill/>
          <a:ln>
            <a:noFill/>
          </a:ln>
        </p:spPr>
        <p:txBody>
          <a:bodyPr spcFirstLastPara="1" wrap="square" lIns="81025" tIns="40500" rIns="81025" bIns="40500" anchor="ctr" anchorCtr="0">
            <a:noAutofit/>
          </a:bodyPr>
          <a:lstStyle>
            <a:lvl1pPr marL="0" lvl="0"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1pPr>
            <a:lvl2pPr marL="0" lvl="1"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2pPr>
            <a:lvl3pPr marL="0" lvl="2"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3pPr>
            <a:lvl4pPr marL="0" lvl="3"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4pPr>
            <a:lvl5pPr marL="0" lvl="4"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5pPr>
            <a:lvl6pPr marL="0" lvl="5"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6pPr>
            <a:lvl7pPr marL="0" lvl="6"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7pPr>
            <a:lvl8pPr marL="0" lvl="7"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8pPr>
            <a:lvl9pPr marL="0" lvl="8"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4"/>
          <p:cNvSpPr txBox="1">
            <a:spLocks noGrp="1"/>
          </p:cNvSpPr>
          <p:nvPr>
            <p:ph type="title"/>
          </p:nvPr>
        </p:nvSpPr>
        <p:spPr>
          <a:xfrm>
            <a:off x="963084" y="4406902"/>
            <a:ext cx="10363200" cy="1362076"/>
          </a:xfrm>
          <a:prstGeom prst="rect">
            <a:avLst/>
          </a:prstGeom>
          <a:noFill/>
          <a:ln>
            <a:noFill/>
          </a:ln>
        </p:spPr>
        <p:txBody>
          <a:bodyPr spcFirstLastPara="1" wrap="square" lIns="81025" tIns="40500" rIns="81025" bIns="40500" anchor="t" anchorCtr="0">
            <a:normAutofit/>
          </a:bodyPr>
          <a:lstStyle>
            <a:lvl1pPr lvl="0" algn="l">
              <a:lnSpc>
                <a:spcPct val="100000"/>
              </a:lnSpc>
              <a:spcBef>
                <a:spcPts val="0"/>
              </a:spcBef>
              <a:spcAft>
                <a:spcPts val="0"/>
              </a:spcAft>
              <a:buClr>
                <a:schemeClr val="dk1"/>
              </a:buClr>
              <a:buSzPts val="4200"/>
              <a:buFont typeface="Calibri"/>
              <a:buNone/>
              <a:defRPr sz="42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4"/>
          <p:cNvSpPr txBox="1">
            <a:spLocks noGrp="1"/>
          </p:cNvSpPr>
          <p:nvPr>
            <p:ph type="body" idx="1"/>
          </p:nvPr>
        </p:nvSpPr>
        <p:spPr>
          <a:xfrm>
            <a:off x="963084" y="2906713"/>
            <a:ext cx="10363200" cy="1500187"/>
          </a:xfrm>
          <a:prstGeom prst="rect">
            <a:avLst/>
          </a:prstGeom>
          <a:noFill/>
          <a:ln>
            <a:noFill/>
          </a:ln>
        </p:spPr>
        <p:txBody>
          <a:bodyPr spcFirstLastPara="1" wrap="square" lIns="81025" tIns="40500" rIns="81025" bIns="40500" anchor="b" anchorCtr="0">
            <a:normAutofit/>
          </a:bodyPr>
          <a:lstStyle>
            <a:lvl1pPr marL="457200" lvl="0" indent="-228600" algn="l">
              <a:lnSpc>
                <a:spcPct val="100000"/>
              </a:lnSpc>
              <a:spcBef>
                <a:spcPts val="430"/>
              </a:spcBef>
              <a:spcAft>
                <a:spcPts val="0"/>
              </a:spcAft>
              <a:buClr>
                <a:srgbClr val="888888"/>
              </a:buClr>
              <a:buSzPts val="2160"/>
              <a:buNone/>
              <a:defRPr sz="2160">
                <a:solidFill>
                  <a:srgbClr val="888888"/>
                </a:solidFill>
              </a:defRPr>
            </a:lvl1pPr>
            <a:lvl2pPr marL="914400" lvl="1" indent="-228600" algn="l">
              <a:lnSpc>
                <a:spcPct val="100000"/>
              </a:lnSpc>
              <a:spcBef>
                <a:spcPts val="385"/>
              </a:spcBef>
              <a:spcAft>
                <a:spcPts val="0"/>
              </a:spcAft>
              <a:buClr>
                <a:srgbClr val="888888"/>
              </a:buClr>
              <a:buSzPts val="1920"/>
              <a:buNone/>
              <a:defRPr sz="1920">
                <a:solidFill>
                  <a:srgbClr val="888888"/>
                </a:solidFill>
              </a:defRPr>
            </a:lvl2pPr>
            <a:lvl3pPr marL="1371600" lvl="2" indent="-228600" algn="l">
              <a:lnSpc>
                <a:spcPct val="100000"/>
              </a:lnSpc>
              <a:spcBef>
                <a:spcPts val="335"/>
              </a:spcBef>
              <a:spcAft>
                <a:spcPts val="0"/>
              </a:spcAft>
              <a:buClr>
                <a:srgbClr val="888888"/>
              </a:buClr>
              <a:buSzPts val="1680"/>
              <a:buNone/>
              <a:defRPr sz="1679">
                <a:solidFill>
                  <a:srgbClr val="888888"/>
                </a:solidFill>
              </a:defRPr>
            </a:lvl3pPr>
            <a:lvl4pPr marL="1828800" lvl="3" indent="-228600" algn="l">
              <a:lnSpc>
                <a:spcPct val="100000"/>
              </a:lnSpc>
              <a:spcBef>
                <a:spcPts val="290"/>
              </a:spcBef>
              <a:spcAft>
                <a:spcPts val="0"/>
              </a:spcAft>
              <a:buClr>
                <a:srgbClr val="888888"/>
              </a:buClr>
              <a:buSzPts val="1440"/>
              <a:buNone/>
              <a:defRPr sz="1440">
                <a:solidFill>
                  <a:srgbClr val="888888"/>
                </a:solidFill>
              </a:defRPr>
            </a:lvl4pPr>
            <a:lvl5pPr marL="2286000" lvl="4" indent="-228600" algn="l">
              <a:lnSpc>
                <a:spcPct val="100000"/>
              </a:lnSpc>
              <a:spcBef>
                <a:spcPts val="290"/>
              </a:spcBef>
              <a:spcAft>
                <a:spcPts val="0"/>
              </a:spcAft>
              <a:buClr>
                <a:srgbClr val="888888"/>
              </a:buClr>
              <a:buSzPts val="1440"/>
              <a:buNone/>
              <a:defRPr sz="1440">
                <a:solidFill>
                  <a:srgbClr val="888888"/>
                </a:solidFill>
              </a:defRPr>
            </a:lvl5pPr>
            <a:lvl6pPr marL="2743200" lvl="5" indent="-228600" algn="l">
              <a:lnSpc>
                <a:spcPct val="100000"/>
              </a:lnSpc>
              <a:spcBef>
                <a:spcPts val="290"/>
              </a:spcBef>
              <a:spcAft>
                <a:spcPts val="0"/>
              </a:spcAft>
              <a:buClr>
                <a:srgbClr val="888888"/>
              </a:buClr>
              <a:buSzPts val="1440"/>
              <a:buNone/>
              <a:defRPr sz="1440">
                <a:solidFill>
                  <a:srgbClr val="888888"/>
                </a:solidFill>
              </a:defRPr>
            </a:lvl6pPr>
            <a:lvl7pPr marL="3200400" lvl="6" indent="-228600" algn="l">
              <a:lnSpc>
                <a:spcPct val="100000"/>
              </a:lnSpc>
              <a:spcBef>
                <a:spcPts val="290"/>
              </a:spcBef>
              <a:spcAft>
                <a:spcPts val="0"/>
              </a:spcAft>
              <a:buClr>
                <a:srgbClr val="888888"/>
              </a:buClr>
              <a:buSzPts val="1440"/>
              <a:buNone/>
              <a:defRPr sz="1440">
                <a:solidFill>
                  <a:srgbClr val="888888"/>
                </a:solidFill>
              </a:defRPr>
            </a:lvl7pPr>
            <a:lvl8pPr marL="3657600" lvl="7" indent="-228600" algn="l">
              <a:lnSpc>
                <a:spcPct val="100000"/>
              </a:lnSpc>
              <a:spcBef>
                <a:spcPts val="290"/>
              </a:spcBef>
              <a:spcAft>
                <a:spcPts val="0"/>
              </a:spcAft>
              <a:buClr>
                <a:srgbClr val="888888"/>
              </a:buClr>
              <a:buSzPts val="1440"/>
              <a:buNone/>
              <a:defRPr sz="1440">
                <a:solidFill>
                  <a:srgbClr val="888888"/>
                </a:solidFill>
              </a:defRPr>
            </a:lvl8pPr>
            <a:lvl9pPr marL="4114800" lvl="8" indent="-228600" algn="l">
              <a:lnSpc>
                <a:spcPct val="100000"/>
              </a:lnSpc>
              <a:spcBef>
                <a:spcPts val="290"/>
              </a:spcBef>
              <a:spcAft>
                <a:spcPts val="0"/>
              </a:spcAft>
              <a:buClr>
                <a:srgbClr val="888888"/>
              </a:buClr>
              <a:buSzPts val="1440"/>
              <a:buNone/>
              <a:defRPr sz="1440">
                <a:solidFill>
                  <a:srgbClr val="888888"/>
                </a:solidFill>
              </a:defRPr>
            </a:lvl9pPr>
          </a:lstStyle>
          <a:p>
            <a:endParaRPr/>
          </a:p>
        </p:txBody>
      </p:sp>
      <p:sp>
        <p:nvSpPr>
          <p:cNvPr id="28" name="Google Shape;28;p14"/>
          <p:cNvSpPr txBox="1">
            <a:spLocks noGrp="1"/>
          </p:cNvSpPr>
          <p:nvPr>
            <p:ph type="dt" idx="10"/>
          </p:nvPr>
        </p:nvSpPr>
        <p:spPr>
          <a:xfrm>
            <a:off x="609600" y="6356355"/>
            <a:ext cx="2844800" cy="365125"/>
          </a:xfrm>
          <a:prstGeom prst="rect">
            <a:avLst/>
          </a:prstGeom>
          <a:noFill/>
          <a:ln>
            <a:noFill/>
          </a:ln>
        </p:spPr>
        <p:txBody>
          <a:bodyPr spcFirstLastPara="1" wrap="square" lIns="81025" tIns="40500" rIns="81025" bIns="405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29" name="Google Shape;29;p14"/>
          <p:cNvSpPr txBox="1">
            <a:spLocks noGrp="1"/>
          </p:cNvSpPr>
          <p:nvPr>
            <p:ph type="ftr" idx="11"/>
          </p:nvPr>
        </p:nvSpPr>
        <p:spPr>
          <a:xfrm>
            <a:off x="4165600" y="6356355"/>
            <a:ext cx="3860800" cy="365125"/>
          </a:xfrm>
          <a:prstGeom prst="rect">
            <a:avLst/>
          </a:prstGeom>
          <a:noFill/>
          <a:ln>
            <a:noFill/>
          </a:ln>
        </p:spPr>
        <p:txBody>
          <a:bodyPr spcFirstLastPara="1" wrap="square" lIns="81025" tIns="40500" rIns="81025" bIns="405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0" name="Google Shape;30;p14"/>
          <p:cNvSpPr txBox="1">
            <a:spLocks noGrp="1"/>
          </p:cNvSpPr>
          <p:nvPr>
            <p:ph type="sldNum" idx="12"/>
          </p:nvPr>
        </p:nvSpPr>
        <p:spPr>
          <a:xfrm>
            <a:off x="8737600" y="6356355"/>
            <a:ext cx="2844800" cy="365125"/>
          </a:xfrm>
          <a:prstGeom prst="rect">
            <a:avLst/>
          </a:prstGeom>
          <a:noFill/>
          <a:ln>
            <a:noFill/>
          </a:ln>
        </p:spPr>
        <p:txBody>
          <a:bodyPr spcFirstLastPara="1" wrap="square" lIns="81025" tIns="40500" rIns="81025" bIns="40500" anchor="ctr" anchorCtr="0">
            <a:noAutofit/>
          </a:bodyPr>
          <a:lstStyle>
            <a:lvl1pPr marL="0" lvl="0"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1pPr>
            <a:lvl2pPr marL="0" lvl="1"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2pPr>
            <a:lvl3pPr marL="0" lvl="2"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3pPr>
            <a:lvl4pPr marL="0" lvl="3"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4pPr>
            <a:lvl5pPr marL="0" lvl="4"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5pPr>
            <a:lvl6pPr marL="0" lvl="5"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6pPr>
            <a:lvl7pPr marL="0" lvl="6"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7pPr>
            <a:lvl8pPr marL="0" lvl="7"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8pPr>
            <a:lvl9pPr marL="0" lvl="8"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5"/>
          <p:cNvSpPr txBox="1">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5"/>
          <p:cNvSpPr txBox="1">
            <a:spLocks noGrp="1"/>
          </p:cNvSpPr>
          <p:nvPr>
            <p:ph type="body" idx="1"/>
          </p:nvPr>
        </p:nvSpPr>
        <p:spPr>
          <a:xfrm>
            <a:off x="609600" y="1600203"/>
            <a:ext cx="5384800" cy="4525963"/>
          </a:xfrm>
          <a:prstGeom prst="rect">
            <a:avLst/>
          </a:prstGeom>
          <a:noFill/>
          <a:ln>
            <a:noFill/>
          </a:ln>
        </p:spPr>
        <p:txBody>
          <a:bodyPr spcFirstLastPara="1" wrap="square" lIns="81025" tIns="40500" rIns="81025" bIns="40500" anchor="t" anchorCtr="0">
            <a:normAutofit/>
          </a:bodyPr>
          <a:lstStyle>
            <a:lvl1pPr marL="457200" lvl="0" indent="-419100" algn="l">
              <a:lnSpc>
                <a:spcPct val="100000"/>
              </a:lnSpc>
              <a:spcBef>
                <a:spcPts val="600"/>
              </a:spcBef>
              <a:spcAft>
                <a:spcPts val="0"/>
              </a:spcAft>
              <a:buClr>
                <a:schemeClr val="dk1"/>
              </a:buClr>
              <a:buSzPts val="3000"/>
              <a:buChar char="•"/>
              <a:defRPr sz="3000"/>
            </a:lvl1pPr>
            <a:lvl2pPr marL="914400" lvl="1" indent="-388619" algn="l">
              <a:lnSpc>
                <a:spcPct val="100000"/>
              </a:lnSpc>
              <a:spcBef>
                <a:spcPts val="505"/>
              </a:spcBef>
              <a:spcAft>
                <a:spcPts val="0"/>
              </a:spcAft>
              <a:buClr>
                <a:schemeClr val="dk1"/>
              </a:buClr>
              <a:buSzPts val="2520"/>
              <a:buChar char="–"/>
              <a:defRPr sz="2520"/>
            </a:lvl2pPr>
            <a:lvl3pPr marL="1371600" lvl="2" indent="-365760" algn="l">
              <a:lnSpc>
                <a:spcPct val="100000"/>
              </a:lnSpc>
              <a:spcBef>
                <a:spcPts val="430"/>
              </a:spcBef>
              <a:spcAft>
                <a:spcPts val="0"/>
              </a:spcAft>
              <a:buClr>
                <a:schemeClr val="dk1"/>
              </a:buClr>
              <a:buSzPts val="2160"/>
              <a:buChar char="•"/>
              <a:defRPr sz="2160"/>
            </a:lvl3pPr>
            <a:lvl4pPr marL="1828800" lvl="3" indent="-350519" algn="l">
              <a:lnSpc>
                <a:spcPct val="100000"/>
              </a:lnSpc>
              <a:spcBef>
                <a:spcPts val="385"/>
              </a:spcBef>
              <a:spcAft>
                <a:spcPts val="0"/>
              </a:spcAft>
              <a:buClr>
                <a:schemeClr val="dk1"/>
              </a:buClr>
              <a:buSzPts val="1920"/>
              <a:buChar char="–"/>
              <a:defRPr sz="1920"/>
            </a:lvl4pPr>
            <a:lvl5pPr marL="2286000" lvl="4" indent="-350520" algn="l">
              <a:lnSpc>
                <a:spcPct val="100000"/>
              </a:lnSpc>
              <a:spcBef>
                <a:spcPts val="385"/>
              </a:spcBef>
              <a:spcAft>
                <a:spcPts val="0"/>
              </a:spcAft>
              <a:buClr>
                <a:schemeClr val="dk1"/>
              </a:buClr>
              <a:buSzPts val="1920"/>
              <a:buChar char="»"/>
              <a:defRPr sz="1920"/>
            </a:lvl5pPr>
            <a:lvl6pPr marL="2743200" lvl="5" indent="-350520" algn="l">
              <a:lnSpc>
                <a:spcPct val="100000"/>
              </a:lnSpc>
              <a:spcBef>
                <a:spcPts val="385"/>
              </a:spcBef>
              <a:spcAft>
                <a:spcPts val="0"/>
              </a:spcAft>
              <a:buClr>
                <a:schemeClr val="dk1"/>
              </a:buClr>
              <a:buSzPts val="1920"/>
              <a:buChar char="•"/>
              <a:defRPr sz="1920"/>
            </a:lvl6pPr>
            <a:lvl7pPr marL="3200400" lvl="6" indent="-350520" algn="l">
              <a:lnSpc>
                <a:spcPct val="100000"/>
              </a:lnSpc>
              <a:spcBef>
                <a:spcPts val="385"/>
              </a:spcBef>
              <a:spcAft>
                <a:spcPts val="0"/>
              </a:spcAft>
              <a:buClr>
                <a:schemeClr val="dk1"/>
              </a:buClr>
              <a:buSzPts val="1920"/>
              <a:buChar char="•"/>
              <a:defRPr sz="1920"/>
            </a:lvl7pPr>
            <a:lvl8pPr marL="3657600" lvl="7" indent="-350520" algn="l">
              <a:lnSpc>
                <a:spcPct val="100000"/>
              </a:lnSpc>
              <a:spcBef>
                <a:spcPts val="385"/>
              </a:spcBef>
              <a:spcAft>
                <a:spcPts val="0"/>
              </a:spcAft>
              <a:buClr>
                <a:schemeClr val="dk1"/>
              </a:buClr>
              <a:buSzPts val="1920"/>
              <a:buChar char="•"/>
              <a:defRPr sz="1920"/>
            </a:lvl8pPr>
            <a:lvl9pPr marL="4114800" lvl="8" indent="-350520" algn="l">
              <a:lnSpc>
                <a:spcPct val="100000"/>
              </a:lnSpc>
              <a:spcBef>
                <a:spcPts val="385"/>
              </a:spcBef>
              <a:spcAft>
                <a:spcPts val="0"/>
              </a:spcAft>
              <a:buClr>
                <a:schemeClr val="dk1"/>
              </a:buClr>
              <a:buSzPts val="1920"/>
              <a:buChar char="•"/>
              <a:defRPr sz="1920"/>
            </a:lvl9pPr>
          </a:lstStyle>
          <a:p>
            <a:endParaRPr/>
          </a:p>
        </p:txBody>
      </p:sp>
      <p:sp>
        <p:nvSpPr>
          <p:cNvPr id="34" name="Google Shape;34;p15"/>
          <p:cNvSpPr txBox="1">
            <a:spLocks noGrp="1"/>
          </p:cNvSpPr>
          <p:nvPr>
            <p:ph type="body" idx="2"/>
          </p:nvPr>
        </p:nvSpPr>
        <p:spPr>
          <a:xfrm>
            <a:off x="6197600" y="1600203"/>
            <a:ext cx="5384800" cy="4525963"/>
          </a:xfrm>
          <a:prstGeom prst="rect">
            <a:avLst/>
          </a:prstGeom>
          <a:noFill/>
          <a:ln>
            <a:noFill/>
          </a:ln>
        </p:spPr>
        <p:txBody>
          <a:bodyPr spcFirstLastPara="1" wrap="square" lIns="81025" tIns="40500" rIns="81025" bIns="40500" anchor="t" anchorCtr="0">
            <a:normAutofit/>
          </a:bodyPr>
          <a:lstStyle>
            <a:lvl1pPr marL="457200" lvl="0" indent="-419100" algn="l">
              <a:lnSpc>
                <a:spcPct val="100000"/>
              </a:lnSpc>
              <a:spcBef>
                <a:spcPts val="600"/>
              </a:spcBef>
              <a:spcAft>
                <a:spcPts val="0"/>
              </a:spcAft>
              <a:buClr>
                <a:schemeClr val="dk1"/>
              </a:buClr>
              <a:buSzPts val="3000"/>
              <a:buChar char="•"/>
              <a:defRPr sz="3000"/>
            </a:lvl1pPr>
            <a:lvl2pPr marL="914400" lvl="1" indent="-388619" algn="l">
              <a:lnSpc>
                <a:spcPct val="100000"/>
              </a:lnSpc>
              <a:spcBef>
                <a:spcPts val="505"/>
              </a:spcBef>
              <a:spcAft>
                <a:spcPts val="0"/>
              </a:spcAft>
              <a:buClr>
                <a:schemeClr val="dk1"/>
              </a:buClr>
              <a:buSzPts val="2520"/>
              <a:buChar char="–"/>
              <a:defRPr sz="2520"/>
            </a:lvl2pPr>
            <a:lvl3pPr marL="1371600" lvl="2" indent="-365760" algn="l">
              <a:lnSpc>
                <a:spcPct val="100000"/>
              </a:lnSpc>
              <a:spcBef>
                <a:spcPts val="430"/>
              </a:spcBef>
              <a:spcAft>
                <a:spcPts val="0"/>
              </a:spcAft>
              <a:buClr>
                <a:schemeClr val="dk1"/>
              </a:buClr>
              <a:buSzPts val="2160"/>
              <a:buChar char="•"/>
              <a:defRPr sz="2160"/>
            </a:lvl3pPr>
            <a:lvl4pPr marL="1828800" lvl="3" indent="-350519" algn="l">
              <a:lnSpc>
                <a:spcPct val="100000"/>
              </a:lnSpc>
              <a:spcBef>
                <a:spcPts val="385"/>
              </a:spcBef>
              <a:spcAft>
                <a:spcPts val="0"/>
              </a:spcAft>
              <a:buClr>
                <a:schemeClr val="dk1"/>
              </a:buClr>
              <a:buSzPts val="1920"/>
              <a:buChar char="–"/>
              <a:defRPr sz="1920"/>
            </a:lvl4pPr>
            <a:lvl5pPr marL="2286000" lvl="4" indent="-350520" algn="l">
              <a:lnSpc>
                <a:spcPct val="100000"/>
              </a:lnSpc>
              <a:spcBef>
                <a:spcPts val="385"/>
              </a:spcBef>
              <a:spcAft>
                <a:spcPts val="0"/>
              </a:spcAft>
              <a:buClr>
                <a:schemeClr val="dk1"/>
              </a:buClr>
              <a:buSzPts val="1920"/>
              <a:buChar char="»"/>
              <a:defRPr sz="1920"/>
            </a:lvl5pPr>
            <a:lvl6pPr marL="2743200" lvl="5" indent="-350520" algn="l">
              <a:lnSpc>
                <a:spcPct val="100000"/>
              </a:lnSpc>
              <a:spcBef>
                <a:spcPts val="385"/>
              </a:spcBef>
              <a:spcAft>
                <a:spcPts val="0"/>
              </a:spcAft>
              <a:buClr>
                <a:schemeClr val="dk1"/>
              </a:buClr>
              <a:buSzPts val="1920"/>
              <a:buChar char="•"/>
              <a:defRPr sz="1920"/>
            </a:lvl6pPr>
            <a:lvl7pPr marL="3200400" lvl="6" indent="-350520" algn="l">
              <a:lnSpc>
                <a:spcPct val="100000"/>
              </a:lnSpc>
              <a:spcBef>
                <a:spcPts val="385"/>
              </a:spcBef>
              <a:spcAft>
                <a:spcPts val="0"/>
              </a:spcAft>
              <a:buClr>
                <a:schemeClr val="dk1"/>
              </a:buClr>
              <a:buSzPts val="1920"/>
              <a:buChar char="•"/>
              <a:defRPr sz="1920"/>
            </a:lvl7pPr>
            <a:lvl8pPr marL="3657600" lvl="7" indent="-350520" algn="l">
              <a:lnSpc>
                <a:spcPct val="100000"/>
              </a:lnSpc>
              <a:spcBef>
                <a:spcPts val="385"/>
              </a:spcBef>
              <a:spcAft>
                <a:spcPts val="0"/>
              </a:spcAft>
              <a:buClr>
                <a:schemeClr val="dk1"/>
              </a:buClr>
              <a:buSzPts val="1920"/>
              <a:buChar char="•"/>
              <a:defRPr sz="1920"/>
            </a:lvl8pPr>
            <a:lvl9pPr marL="4114800" lvl="8" indent="-350520" algn="l">
              <a:lnSpc>
                <a:spcPct val="100000"/>
              </a:lnSpc>
              <a:spcBef>
                <a:spcPts val="385"/>
              </a:spcBef>
              <a:spcAft>
                <a:spcPts val="0"/>
              </a:spcAft>
              <a:buClr>
                <a:schemeClr val="dk1"/>
              </a:buClr>
              <a:buSzPts val="1920"/>
              <a:buChar char="•"/>
              <a:defRPr sz="1920"/>
            </a:lvl9pPr>
          </a:lstStyle>
          <a:p>
            <a:endParaRPr/>
          </a:p>
        </p:txBody>
      </p:sp>
      <p:sp>
        <p:nvSpPr>
          <p:cNvPr id="35" name="Google Shape;35;p15"/>
          <p:cNvSpPr txBox="1">
            <a:spLocks noGrp="1"/>
          </p:cNvSpPr>
          <p:nvPr>
            <p:ph type="dt" idx="10"/>
          </p:nvPr>
        </p:nvSpPr>
        <p:spPr>
          <a:xfrm>
            <a:off x="609600" y="6356355"/>
            <a:ext cx="2844800" cy="365125"/>
          </a:xfrm>
          <a:prstGeom prst="rect">
            <a:avLst/>
          </a:prstGeom>
          <a:noFill/>
          <a:ln>
            <a:noFill/>
          </a:ln>
        </p:spPr>
        <p:txBody>
          <a:bodyPr spcFirstLastPara="1" wrap="square" lIns="81025" tIns="40500" rIns="81025" bIns="405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6" name="Google Shape;36;p15"/>
          <p:cNvSpPr txBox="1">
            <a:spLocks noGrp="1"/>
          </p:cNvSpPr>
          <p:nvPr>
            <p:ph type="ftr" idx="11"/>
          </p:nvPr>
        </p:nvSpPr>
        <p:spPr>
          <a:xfrm>
            <a:off x="4165600" y="6356355"/>
            <a:ext cx="3860800" cy="365125"/>
          </a:xfrm>
          <a:prstGeom prst="rect">
            <a:avLst/>
          </a:prstGeom>
          <a:noFill/>
          <a:ln>
            <a:noFill/>
          </a:ln>
        </p:spPr>
        <p:txBody>
          <a:bodyPr spcFirstLastPara="1" wrap="square" lIns="81025" tIns="40500" rIns="81025" bIns="405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7" name="Google Shape;37;p15"/>
          <p:cNvSpPr txBox="1">
            <a:spLocks noGrp="1"/>
          </p:cNvSpPr>
          <p:nvPr>
            <p:ph type="sldNum" idx="12"/>
          </p:nvPr>
        </p:nvSpPr>
        <p:spPr>
          <a:xfrm>
            <a:off x="8737600" y="6356355"/>
            <a:ext cx="2844800" cy="365125"/>
          </a:xfrm>
          <a:prstGeom prst="rect">
            <a:avLst/>
          </a:prstGeom>
          <a:noFill/>
          <a:ln>
            <a:noFill/>
          </a:ln>
        </p:spPr>
        <p:txBody>
          <a:bodyPr spcFirstLastPara="1" wrap="square" lIns="81025" tIns="40500" rIns="81025" bIns="40500" anchor="ctr" anchorCtr="0">
            <a:noAutofit/>
          </a:bodyPr>
          <a:lstStyle>
            <a:lvl1pPr marL="0" lvl="0"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1pPr>
            <a:lvl2pPr marL="0" lvl="1"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2pPr>
            <a:lvl3pPr marL="0" lvl="2"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3pPr>
            <a:lvl4pPr marL="0" lvl="3"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4pPr>
            <a:lvl5pPr marL="0" lvl="4"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5pPr>
            <a:lvl6pPr marL="0" lvl="5"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6pPr>
            <a:lvl7pPr marL="0" lvl="6"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7pPr>
            <a:lvl8pPr marL="0" lvl="7"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8pPr>
            <a:lvl9pPr marL="0" lvl="8"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6"/>
          <p:cNvSpPr txBox="1">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Clr>
                <a:schemeClr val="dk1"/>
              </a:buClr>
              <a:buSzPts val="468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6"/>
          <p:cNvSpPr txBox="1">
            <a:spLocks noGrp="1"/>
          </p:cNvSpPr>
          <p:nvPr>
            <p:ph type="body" idx="1"/>
          </p:nvPr>
        </p:nvSpPr>
        <p:spPr>
          <a:xfrm>
            <a:off x="609600" y="1535114"/>
            <a:ext cx="5386917" cy="639762"/>
          </a:xfrm>
          <a:prstGeom prst="rect">
            <a:avLst/>
          </a:prstGeom>
          <a:noFill/>
          <a:ln>
            <a:noFill/>
          </a:ln>
        </p:spPr>
        <p:txBody>
          <a:bodyPr spcFirstLastPara="1" wrap="square" lIns="81025" tIns="40500" rIns="81025" bIns="40500" anchor="b" anchorCtr="0">
            <a:normAutofit/>
          </a:bodyPr>
          <a:lstStyle>
            <a:lvl1pPr marL="457200" lvl="0" indent="-228600" algn="l">
              <a:lnSpc>
                <a:spcPct val="100000"/>
              </a:lnSpc>
              <a:spcBef>
                <a:spcPts val="505"/>
              </a:spcBef>
              <a:spcAft>
                <a:spcPts val="0"/>
              </a:spcAft>
              <a:buClr>
                <a:schemeClr val="dk1"/>
              </a:buClr>
              <a:buSzPts val="2520"/>
              <a:buNone/>
              <a:defRPr sz="2520" b="1"/>
            </a:lvl1pPr>
            <a:lvl2pPr marL="914400" lvl="1" indent="-228600" algn="l">
              <a:lnSpc>
                <a:spcPct val="100000"/>
              </a:lnSpc>
              <a:spcBef>
                <a:spcPts val="430"/>
              </a:spcBef>
              <a:spcAft>
                <a:spcPts val="0"/>
              </a:spcAft>
              <a:buClr>
                <a:schemeClr val="dk1"/>
              </a:buClr>
              <a:buSzPts val="2160"/>
              <a:buNone/>
              <a:defRPr sz="2160" b="1"/>
            </a:lvl2pPr>
            <a:lvl3pPr marL="1371600" lvl="2" indent="-228600" algn="l">
              <a:lnSpc>
                <a:spcPct val="100000"/>
              </a:lnSpc>
              <a:spcBef>
                <a:spcPts val="385"/>
              </a:spcBef>
              <a:spcAft>
                <a:spcPts val="0"/>
              </a:spcAft>
              <a:buClr>
                <a:schemeClr val="dk1"/>
              </a:buClr>
              <a:buSzPts val="1920"/>
              <a:buNone/>
              <a:defRPr sz="1920" b="1"/>
            </a:lvl3pPr>
            <a:lvl4pPr marL="1828800" lvl="3" indent="-228600" algn="l">
              <a:lnSpc>
                <a:spcPct val="100000"/>
              </a:lnSpc>
              <a:spcBef>
                <a:spcPts val="335"/>
              </a:spcBef>
              <a:spcAft>
                <a:spcPts val="0"/>
              </a:spcAft>
              <a:buClr>
                <a:schemeClr val="dk1"/>
              </a:buClr>
              <a:buSzPts val="1680"/>
              <a:buNone/>
              <a:defRPr sz="1679" b="1"/>
            </a:lvl4pPr>
            <a:lvl5pPr marL="2286000" lvl="4" indent="-228600" algn="l">
              <a:lnSpc>
                <a:spcPct val="100000"/>
              </a:lnSpc>
              <a:spcBef>
                <a:spcPts val="335"/>
              </a:spcBef>
              <a:spcAft>
                <a:spcPts val="0"/>
              </a:spcAft>
              <a:buClr>
                <a:schemeClr val="dk1"/>
              </a:buClr>
              <a:buSzPts val="1680"/>
              <a:buNone/>
              <a:defRPr sz="1679" b="1"/>
            </a:lvl5pPr>
            <a:lvl6pPr marL="2743200" lvl="5" indent="-228600" algn="l">
              <a:lnSpc>
                <a:spcPct val="100000"/>
              </a:lnSpc>
              <a:spcBef>
                <a:spcPts val="335"/>
              </a:spcBef>
              <a:spcAft>
                <a:spcPts val="0"/>
              </a:spcAft>
              <a:buClr>
                <a:schemeClr val="dk1"/>
              </a:buClr>
              <a:buSzPts val="1680"/>
              <a:buNone/>
              <a:defRPr sz="1679" b="1"/>
            </a:lvl6pPr>
            <a:lvl7pPr marL="3200400" lvl="6" indent="-228600" algn="l">
              <a:lnSpc>
                <a:spcPct val="100000"/>
              </a:lnSpc>
              <a:spcBef>
                <a:spcPts val="335"/>
              </a:spcBef>
              <a:spcAft>
                <a:spcPts val="0"/>
              </a:spcAft>
              <a:buClr>
                <a:schemeClr val="dk1"/>
              </a:buClr>
              <a:buSzPts val="1680"/>
              <a:buNone/>
              <a:defRPr sz="1679" b="1"/>
            </a:lvl7pPr>
            <a:lvl8pPr marL="3657600" lvl="7" indent="-228600" algn="l">
              <a:lnSpc>
                <a:spcPct val="100000"/>
              </a:lnSpc>
              <a:spcBef>
                <a:spcPts val="335"/>
              </a:spcBef>
              <a:spcAft>
                <a:spcPts val="0"/>
              </a:spcAft>
              <a:buClr>
                <a:schemeClr val="dk1"/>
              </a:buClr>
              <a:buSzPts val="1680"/>
              <a:buNone/>
              <a:defRPr sz="1679" b="1"/>
            </a:lvl8pPr>
            <a:lvl9pPr marL="4114800" lvl="8" indent="-228600" algn="l">
              <a:lnSpc>
                <a:spcPct val="100000"/>
              </a:lnSpc>
              <a:spcBef>
                <a:spcPts val="335"/>
              </a:spcBef>
              <a:spcAft>
                <a:spcPts val="0"/>
              </a:spcAft>
              <a:buClr>
                <a:schemeClr val="dk1"/>
              </a:buClr>
              <a:buSzPts val="1680"/>
              <a:buNone/>
              <a:defRPr sz="1679" b="1"/>
            </a:lvl9pPr>
          </a:lstStyle>
          <a:p>
            <a:endParaRPr/>
          </a:p>
        </p:txBody>
      </p:sp>
      <p:sp>
        <p:nvSpPr>
          <p:cNvPr id="41" name="Google Shape;41;p16"/>
          <p:cNvSpPr txBox="1">
            <a:spLocks noGrp="1"/>
          </p:cNvSpPr>
          <p:nvPr>
            <p:ph type="body" idx="2"/>
          </p:nvPr>
        </p:nvSpPr>
        <p:spPr>
          <a:xfrm>
            <a:off x="609600" y="2174875"/>
            <a:ext cx="5386917" cy="3951288"/>
          </a:xfrm>
          <a:prstGeom prst="rect">
            <a:avLst/>
          </a:prstGeom>
          <a:noFill/>
          <a:ln>
            <a:noFill/>
          </a:ln>
        </p:spPr>
        <p:txBody>
          <a:bodyPr spcFirstLastPara="1" wrap="square" lIns="81025" tIns="40500" rIns="81025" bIns="40500" anchor="t" anchorCtr="0">
            <a:normAutofit/>
          </a:bodyPr>
          <a:lstStyle>
            <a:lvl1pPr marL="457200" lvl="0" indent="-388620" algn="l">
              <a:lnSpc>
                <a:spcPct val="100000"/>
              </a:lnSpc>
              <a:spcBef>
                <a:spcPts val="505"/>
              </a:spcBef>
              <a:spcAft>
                <a:spcPts val="0"/>
              </a:spcAft>
              <a:buClr>
                <a:schemeClr val="dk1"/>
              </a:buClr>
              <a:buSzPts val="2520"/>
              <a:buChar char="•"/>
              <a:defRPr sz="2520"/>
            </a:lvl1pPr>
            <a:lvl2pPr marL="914400" lvl="1" indent="-365760" algn="l">
              <a:lnSpc>
                <a:spcPct val="100000"/>
              </a:lnSpc>
              <a:spcBef>
                <a:spcPts val="430"/>
              </a:spcBef>
              <a:spcAft>
                <a:spcPts val="0"/>
              </a:spcAft>
              <a:buClr>
                <a:schemeClr val="dk1"/>
              </a:buClr>
              <a:buSzPts val="2160"/>
              <a:buChar char="–"/>
              <a:defRPr sz="2160"/>
            </a:lvl2pPr>
            <a:lvl3pPr marL="1371600" lvl="2" indent="-350519" algn="l">
              <a:lnSpc>
                <a:spcPct val="100000"/>
              </a:lnSpc>
              <a:spcBef>
                <a:spcPts val="385"/>
              </a:spcBef>
              <a:spcAft>
                <a:spcPts val="0"/>
              </a:spcAft>
              <a:buClr>
                <a:schemeClr val="dk1"/>
              </a:buClr>
              <a:buSzPts val="1920"/>
              <a:buChar char="•"/>
              <a:defRPr sz="1920"/>
            </a:lvl3pPr>
            <a:lvl4pPr marL="1828800" lvl="3" indent="-335280" algn="l">
              <a:lnSpc>
                <a:spcPct val="100000"/>
              </a:lnSpc>
              <a:spcBef>
                <a:spcPts val="335"/>
              </a:spcBef>
              <a:spcAft>
                <a:spcPts val="0"/>
              </a:spcAft>
              <a:buClr>
                <a:schemeClr val="dk1"/>
              </a:buClr>
              <a:buSzPts val="1680"/>
              <a:buChar char="–"/>
              <a:defRPr sz="1679"/>
            </a:lvl4pPr>
            <a:lvl5pPr marL="2286000" lvl="4" indent="-335279" algn="l">
              <a:lnSpc>
                <a:spcPct val="100000"/>
              </a:lnSpc>
              <a:spcBef>
                <a:spcPts val="335"/>
              </a:spcBef>
              <a:spcAft>
                <a:spcPts val="0"/>
              </a:spcAft>
              <a:buClr>
                <a:schemeClr val="dk1"/>
              </a:buClr>
              <a:buSzPts val="1680"/>
              <a:buChar char="»"/>
              <a:defRPr sz="1679"/>
            </a:lvl5pPr>
            <a:lvl6pPr marL="2743200" lvl="5" indent="-335279" algn="l">
              <a:lnSpc>
                <a:spcPct val="100000"/>
              </a:lnSpc>
              <a:spcBef>
                <a:spcPts val="335"/>
              </a:spcBef>
              <a:spcAft>
                <a:spcPts val="0"/>
              </a:spcAft>
              <a:buClr>
                <a:schemeClr val="dk1"/>
              </a:buClr>
              <a:buSzPts val="1680"/>
              <a:buChar char="•"/>
              <a:defRPr sz="1679"/>
            </a:lvl6pPr>
            <a:lvl7pPr marL="3200400" lvl="6" indent="-335279" algn="l">
              <a:lnSpc>
                <a:spcPct val="100000"/>
              </a:lnSpc>
              <a:spcBef>
                <a:spcPts val="335"/>
              </a:spcBef>
              <a:spcAft>
                <a:spcPts val="0"/>
              </a:spcAft>
              <a:buClr>
                <a:schemeClr val="dk1"/>
              </a:buClr>
              <a:buSzPts val="1680"/>
              <a:buChar char="•"/>
              <a:defRPr sz="1679"/>
            </a:lvl7pPr>
            <a:lvl8pPr marL="3657600" lvl="7" indent="-335279" algn="l">
              <a:lnSpc>
                <a:spcPct val="100000"/>
              </a:lnSpc>
              <a:spcBef>
                <a:spcPts val="335"/>
              </a:spcBef>
              <a:spcAft>
                <a:spcPts val="0"/>
              </a:spcAft>
              <a:buClr>
                <a:schemeClr val="dk1"/>
              </a:buClr>
              <a:buSzPts val="1680"/>
              <a:buChar char="•"/>
              <a:defRPr sz="1679"/>
            </a:lvl8pPr>
            <a:lvl9pPr marL="4114800" lvl="8" indent="-335279" algn="l">
              <a:lnSpc>
                <a:spcPct val="100000"/>
              </a:lnSpc>
              <a:spcBef>
                <a:spcPts val="335"/>
              </a:spcBef>
              <a:spcAft>
                <a:spcPts val="0"/>
              </a:spcAft>
              <a:buClr>
                <a:schemeClr val="dk1"/>
              </a:buClr>
              <a:buSzPts val="1680"/>
              <a:buChar char="•"/>
              <a:defRPr sz="1679"/>
            </a:lvl9pPr>
          </a:lstStyle>
          <a:p>
            <a:endParaRPr/>
          </a:p>
        </p:txBody>
      </p:sp>
      <p:sp>
        <p:nvSpPr>
          <p:cNvPr id="42" name="Google Shape;42;p16"/>
          <p:cNvSpPr txBox="1">
            <a:spLocks noGrp="1"/>
          </p:cNvSpPr>
          <p:nvPr>
            <p:ph type="body" idx="3"/>
          </p:nvPr>
        </p:nvSpPr>
        <p:spPr>
          <a:xfrm>
            <a:off x="6193370" y="1535114"/>
            <a:ext cx="5389033" cy="639762"/>
          </a:xfrm>
          <a:prstGeom prst="rect">
            <a:avLst/>
          </a:prstGeom>
          <a:noFill/>
          <a:ln>
            <a:noFill/>
          </a:ln>
        </p:spPr>
        <p:txBody>
          <a:bodyPr spcFirstLastPara="1" wrap="square" lIns="81025" tIns="40500" rIns="81025" bIns="40500" anchor="b" anchorCtr="0">
            <a:normAutofit/>
          </a:bodyPr>
          <a:lstStyle>
            <a:lvl1pPr marL="457200" lvl="0" indent="-228600" algn="l">
              <a:lnSpc>
                <a:spcPct val="100000"/>
              </a:lnSpc>
              <a:spcBef>
                <a:spcPts val="505"/>
              </a:spcBef>
              <a:spcAft>
                <a:spcPts val="0"/>
              </a:spcAft>
              <a:buClr>
                <a:schemeClr val="dk1"/>
              </a:buClr>
              <a:buSzPts val="2520"/>
              <a:buNone/>
              <a:defRPr sz="2520" b="1"/>
            </a:lvl1pPr>
            <a:lvl2pPr marL="914400" lvl="1" indent="-228600" algn="l">
              <a:lnSpc>
                <a:spcPct val="100000"/>
              </a:lnSpc>
              <a:spcBef>
                <a:spcPts val="430"/>
              </a:spcBef>
              <a:spcAft>
                <a:spcPts val="0"/>
              </a:spcAft>
              <a:buClr>
                <a:schemeClr val="dk1"/>
              </a:buClr>
              <a:buSzPts val="2160"/>
              <a:buNone/>
              <a:defRPr sz="2160" b="1"/>
            </a:lvl2pPr>
            <a:lvl3pPr marL="1371600" lvl="2" indent="-228600" algn="l">
              <a:lnSpc>
                <a:spcPct val="100000"/>
              </a:lnSpc>
              <a:spcBef>
                <a:spcPts val="385"/>
              </a:spcBef>
              <a:spcAft>
                <a:spcPts val="0"/>
              </a:spcAft>
              <a:buClr>
                <a:schemeClr val="dk1"/>
              </a:buClr>
              <a:buSzPts val="1920"/>
              <a:buNone/>
              <a:defRPr sz="1920" b="1"/>
            </a:lvl3pPr>
            <a:lvl4pPr marL="1828800" lvl="3" indent="-228600" algn="l">
              <a:lnSpc>
                <a:spcPct val="100000"/>
              </a:lnSpc>
              <a:spcBef>
                <a:spcPts val="335"/>
              </a:spcBef>
              <a:spcAft>
                <a:spcPts val="0"/>
              </a:spcAft>
              <a:buClr>
                <a:schemeClr val="dk1"/>
              </a:buClr>
              <a:buSzPts val="1680"/>
              <a:buNone/>
              <a:defRPr sz="1679" b="1"/>
            </a:lvl4pPr>
            <a:lvl5pPr marL="2286000" lvl="4" indent="-228600" algn="l">
              <a:lnSpc>
                <a:spcPct val="100000"/>
              </a:lnSpc>
              <a:spcBef>
                <a:spcPts val="335"/>
              </a:spcBef>
              <a:spcAft>
                <a:spcPts val="0"/>
              </a:spcAft>
              <a:buClr>
                <a:schemeClr val="dk1"/>
              </a:buClr>
              <a:buSzPts val="1680"/>
              <a:buNone/>
              <a:defRPr sz="1679" b="1"/>
            </a:lvl5pPr>
            <a:lvl6pPr marL="2743200" lvl="5" indent="-228600" algn="l">
              <a:lnSpc>
                <a:spcPct val="100000"/>
              </a:lnSpc>
              <a:spcBef>
                <a:spcPts val="335"/>
              </a:spcBef>
              <a:spcAft>
                <a:spcPts val="0"/>
              </a:spcAft>
              <a:buClr>
                <a:schemeClr val="dk1"/>
              </a:buClr>
              <a:buSzPts val="1680"/>
              <a:buNone/>
              <a:defRPr sz="1679" b="1"/>
            </a:lvl6pPr>
            <a:lvl7pPr marL="3200400" lvl="6" indent="-228600" algn="l">
              <a:lnSpc>
                <a:spcPct val="100000"/>
              </a:lnSpc>
              <a:spcBef>
                <a:spcPts val="335"/>
              </a:spcBef>
              <a:spcAft>
                <a:spcPts val="0"/>
              </a:spcAft>
              <a:buClr>
                <a:schemeClr val="dk1"/>
              </a:buClr>
              <a:buSzPts val="1680"/>
              <a:buNone/>
              <a:defRPr sz="1679" b="1"/>
            </a:lvl7pPr>
            <a:lvl8pPr marL="3657600" lvl="7" indent="-228600" algn="l">
              <a:lnSpc>
                <a:spcPct val="100000"/>
              </a:lnSpc>
              <a:spcBef>
                <a:spcPts val="335"/>
              </a:spcBef>
              <a:spcAft>
                <a:spcPts val="0"/>
              </a:spcAft>
              <a:buClr>
                <a:schemeClr val="dk1"/>
              </a:buClr>
              <a:buSzPts val="1680"/>
              <a:buNone/>
              <a:defRPr sz="1679" b="1"/>
            </a:lvl8pPr>
            <a:lvl9pPr marL="4114800" lvl="8" indent="-228600" algn="l">
              <a:lnSpc>
                <a:spcPct val="100000"/>
              </a:lnSpc>
              <a:spcBef>
                <a:spcPts val="335"/>
              </a:spcBef>
              <a:spcAft>
                <a:spcPts val="0"/>
              </a:spcAft>
              <a:buClr>
                <a:schemeClr val="dk1"/>
              </a:buClr>
              <a:buSzPts val="1680"/>
              <a:buNone/>
              <a:defRPr sz="1679" b="1"/>
            </a:lvl9pPr>
          </a:lstStyle>
          <a:p>
            <a:endParaRPr/>
          </a:p>
        </p:txBody>
      </p:sp>
      <p:sp>
        <p:nvSpPr>
          <p:cNvPr id="43" name="Google Shape;43;p16"/>
          <p:cNvSpPr txBox="1">
            <a:spLocks noGrp="1"/>
          </p:cNvSpPr>
          <p:nvPr>
            <p:ph type="body" idx="4"/>
          </p:nvPr>
        </p:nvSpPr>
        <p:spPr>
          <a:xfrm>
            <a:off x="6193370" y="2174875"/>
            <a:ext cx="5389033" cy="3951288"/>
          </a:xfrm>
          <a:prstGeom prst="rect">
            <a:avLst/>
          </a:prstGeom>
          <a:noFill/>
          <a:ln>
            <a:noFill/>
          </a:ln>
        </p:spPr>
        <p:txBody>
          <a:bodyPr spcFirstLastPara="1" wrap="square" lIns="81025" tIns="40500" rIns="81025" bIns="40500" anchor="t" anchorCtr="0">
            <a:normAutofit/>
          </a:bodyPr>
          <a:lstStyle>
            <a:lvl1pPr marL="457200" lvl="0" indent="-388620" algn="l">
              <a:lnSpc>
                <a:spcPct val="100000"/>
              </a:lnSpc>
              <a:spcBef>
                <a:spcPts val="505"/>
              </a:spcBef>
              <a:spcAft>
                <a:spcPts val="0"/>
              </a:spcAft>
              <a:buClr>
                <a:schemeClr val="dk1"/>
              </a:buClr>
              <a:buSzPts val="2520"/>
              <a:buChar char="•"/>
              <a:defRPr sz="2520"/>
            </a:lvl1pPr>
            <a:lvl2pPr marL="914400" lvl="1" indent="-365760" algn="l">
              <a:lnSpc>
                <a:spcPct val="100000"/>
              </a:lnSpc>
              <a:spcBef>
                <a:spcPts val="430"/>
              </a:spcBef>
              <a:spcAft>
                <a:spcPts val="0"/>
              </a:spcAft>
              <a:buClr>
                <a:schemeClr val="dk1"/>
              </a:buClr>
              <a:buSzPts val="2160"/>
              <a:buChar char="–"/>
              <a:defRPr sz="2160"/>
            </a:lvl2pPr>
            <a:lvl3pPr marL="1371600" lvl="2" indent="-350519" algn="l">
              <a:lnSpc>
                <a:spcPct val="100000"/>
              </a:lnSpc>
              <a:spcBef>
                <a:spcPts val="385"/>
              </a:spcBef>
              <a:spcAft>
                <a:spcPts val="0"/>
              </a:spcAft>
              <a:buClr>
                <a:schemeClr val="dk1"/>
              </a:buClr>
              <a:buSzPts val="1920"/>
              <a:buChar char="•"/>
              <a:defRPr sz="1920"/>
            </a:lvl3pPr>
            <a:lvl4pPr marL="1828800" lvl="3" indent="-335280" algn="l">
              <a:lnSpc>
                <a:spcPct val="100000"/>
              </a:lnSpc>
              <a:spcBef>
                <a:spcPts val="335"/>
              </a:spcBef>
              <a:spcAft>
                <a:spcPts val="0"/>
              </a:spcAft>
              <a:buClr>
                <a:schemeClr val="dk1"/>
              </a:buClr>
              <a:buSzPts val="1680"/>
              <a:buChar char="–"/>
              <a:defRPr sz="1679"/>
            </a:lvl4pPr>
            <a:lvl5pPr marL="2286000" lvl="4" indent="-335279" algn="l">
              <a:lnSpc>
                <a:spcPct val="100000"/>
              </a:lnSpc>
              <a:spcBef>
                <a:spcPts val="335"/>
              </a:spcBef>
              <a:spcAft>
                <a:spcPts val="0"/>
              </a:spcAft>
              <a:buClr>
                <a:schemeClr val="dk1"/>
              </a:buClr>
              <a:buSzPts val="1680"/>
              <a:buChar char="»"/>
              <a:defRPr sz="1679"/>
            </a:lvl5pPr>
            <a:lvl6pPr marL="2743200" lvl="5" indent="-335279" algn="l">
              <a:lnSpc>
                <a:spcPct val="100000"/>
              </a:lnSpc>
              <a:spcBef>
                <a:spcPts val="335"/>
              </a:spcBef>
              <a:spcAft>
                <a:spcPts val="0"/>
              </a:spcAft>
              <a:buClr>
                <a:schemeClr val="dk1"/>
              </a:buClr>
              <a:buSzPts val="1680"/>
              <a:buChar char="•"/>
              <a:defRPr sz="1679"/>
            </a:lvl6pPr>
            <a:lvl7pPr marL="3200400" lvl="6" indent="-335279" algn="l">
              <a:lnSpc>
                <a:spcPct val="100000"/>
              </a:lnSpc>
              <a:spcBef>
                <a:spcPts val="335"/>
              </a:spcBef>
              <a:spcAft>
                <a:spcPts val="0"/>
              </a:spcAft>
              <a:buClr>
                <a:schemeClr val="dk1"/>
              </a:buClr>
              <a:buSzPts val="1680"/>
              <a:buChar char="•"/>
              <a:defRPr sz="1679"/>
            </a:lvl7pPr>
            <a:lvl8pPr marL="3657600" lvl="7" indent="-335279" algn="l">
              <a:lnSpc>
                <a:spcPct val="100000"/>
              </a:lnSpc>
              <a:spcBef>
                <a:spcPts val="335"/>
              </a:spcBef>
              <a:spcAft>
                <a:spcPts val="0"/>
              </a:spcAft>
              <a:buClr>
                <a:schemeClr val="dk1"/>
              </a:buClr>
              <a:buSzPts val="1680"/>
              <a:buChar char="•"/>
              <a:defRPr sz="1679"/>
            </a:lvl8pPr>
            <a:lvl9pPr marL="4114800" lvl="8" indent="-335279" algn="l">
              <a:lnSpc>
                <a:spcPct val="100000"/>
              </a:lnSpc>
              <a:spcBef>
                <a:spcPts val="335"/>
              </a:spcBef>
              <a:spcAft>
                <a:spcPts val="0"/>
              </a:spcAft>
              <a:buClr>
                <a:schemeClr val="dk1"/>
              </a:buClr>
              <a:buSzPts val="1680"/>
              <a:buChar char="•"/>
              <a:defRPr sz="1679"/>
            </a:lvl9pPr>
          </a:lstStyle>
          <a:p>
            <a:endParaRPr/>
          </a:p>
        </p:txBody>
      </p:sp>
      <p:sp>
        <p:nvSpPr>
          <p:cNvPr id="44" name="Google Shape;44;p16"/>
          <p:cNvSpPr txBox="1">
            <a:spLocks noGrp="1"/>
          </p:cNvSpPr>
          <p:nvPr>
            <p:ph type="dt" idx="10"/>
          </p:nvPr>
        </p:nvSpPr>
        <p:spPr>
          <a:xfrm>
            <a:off x="609600" y="6356355"/>
            <a:ext cx="2844800" cy="365125"/>
          </a:xfrm>
          <a:prstGeom prst="rect">
            <a:avLst/>
          </a:prstGeom>
          <a:noFill/>
          <a:ln>
            <a:noFill/>
          </a:ln>
        </p:spPr>
        <p:txBody>
          <a:bodyPr spcFirstLastPara="1" wrap="square" lIns="81025" tIns="40500" rIns="81025" bIns="405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45" name="Google Shape;45;p16"/>
          <p:cNvSpPr txBox="1">
            <a:spLocks noGrp="1"/>
          </p:cNvSpPr>
          <p:nvPr>
            <p:ph type="ftr" idx="11"/>
          </p:nvPr>
        </p:nvSpPr>
        <p:spPr>
          <a:xfrm>
            <a:off x="4165600" y="6356355"/>
            <a:ext cx="3860800" cy="365125"/>
          </a:xfrm>
          <a:prstGeom prst="rect">
            <a:avLst/>
          </a:prstGeom>
          <a:noFill/>
          <a:ln>
            <a:noFill/>
          </a:ln>
        </p:spPr>
        <p:txBody>
          <a:bodyPr spcFirstLastPara="1" wrap="square" lIns="81025" tIns="40500" rIns="81025" bIns="405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46" name="Google Shape;46;p16"/>
          <p:cNvSpPr txBox="1">
            <a:spLocks noGrp="1"/>
          </p:cNvSpPr>
          <p:nvPr>
            <p:ph type="sldNum" idx="12"/>
          </p:nvPr>
        </p:nvSpPr>
        <p:spPr>
          <a:xfrm>
            <a:off x="8737600" y="6356355"/>
            <a:ext cx="2844800" cy="365125"/>
          </a:xfrm>
          <a:prstGeom prst="rect">
            <a:avLst/>
          </a:prstGeom>
          <a:noFill/>
          <a:ln>
            <a:noFill/>
          </a:ln>
        </p:spPr>
        <p:txBody>
          <a:bodyPr spcFirstLastPara="1" wrap="square" lIns="81025" tIns="40500" rIns="81025" bIns="40500" anchor="ctr" anchorCtr="0">
            <a:noAutofit/>
          </a:bodyPr>
          <a:lstStyle>
            <a:lvl1pPr marL="0" lvl="0"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1pPr>
            <a:lvl2pPr marL="0" lvl="1"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2pPr>
            <a:lvl3pPr marL="0" lvl="2"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3pPr>
            <a:lvl4pPr marL="0" lvl="3"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4pPr>
            <a:lvl5pPr marL="0" lvl="4"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5pPr>
            <a:lvl6pPr marL="0" lvl="5"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6pPr>
            <a:lvl7pPr marL="0" lvl="6"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7pPr>
            <a:lvl8pPr marL="0" lvl="7"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8pPr>
            <a:lvl9pPr marL="0" lvl="8"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7"/>
        <p:cNvGrpSpPr/>
        <p:nvPr/>
      </p:nvGrpSpPr>
      <p:grpSpPr>
        <a:xfrm>
          <a:off x="0" y="0"/>
          <a:ext cx="0" cy="0"/>
          <a:chOff x="0" y="0"/>
          <a:chExt cx="0" cy="0"/>
        </a:xfrm>
      </p:grpSpPr>
      <p:sp>
        <p:nvSpPr>
          <p:cNvPr id="48" name="Google Shape;48;p17"/>
          <p:cNvSpPr txBox="1">
            <a:spLocks noGrp="1"/>
          </p:cNvSpPr>
          <p:nvPr>
            <p:ph type="title"/>
          </p:nvPr>
        </p:nvSpPr>
        <p:spPr>
          <a:xfrm>
            <a:off x="609602" y="273051"/>
            <a:ext cx="4011084" cy="1162050"/>
          </a:xfrm>
          <a:prstGeom prst="rect">
            <a:avLst/>
          </a:prstGeom>
          <a:noFill/>
          <a:ln>
            <a:noFill/>
          </a:ln>
        </p:spPr>
        <p:txBody>
          <a:bodyPr spcFirstLastPara="1" wrap="square" lIns="81025" tIns="40500" rIns="81025" bIns="40500" anchor="b" anchorCtr="0">
            <a:normAutofit/>
          </a:bodyPr>
          <a:lstStyle>
            <a:lvl1pPr lvl="0" algn="l">
              <a:lnSpc>
                <a:spcPct val="100000"/>
              </a:lnSpc>
              <a:spcBef>
                <a:spcPts val="0"/>
              </a:spcBef>
              <a:spcAft>
                <a:spcPts val="0"/>
              </a:spcAft>
              <a:buClr>
                <a:schemeClr val="dk1"/>
              </a:buClr>
              <a:buSzPts val="2160"/>
              <a:buFont typeface="Calibri"/>
              <a:buNone/>
              <a:defRPr sz="216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7"/>
          <p:cNvSpPr txBox="1">
            <a:spLocks noGrp="1"/>
          </p:cNvSpPr>
          <p:nvPr>
            <p:ph type="body" idx="1"/>
          </p:nvPr>
        </p:nvSpPr>
        <p:spPr>
          <a:xfrm>
            <a:off x="4766736" y="273054"/>
            <a:ext cx="6815667" cy="5853113"/>
          </a:xfrm>
          <a:prstGeom prst="rect">
            <a:avLst/>
          </a:prstGeom>
          <a:noFill/>
          <a:ln>
            <a:noFill/>
          </a:ln>
        </p:spPr>
        <p:txBody>
          <a:bodyPr spcFirstLastPara="1" wrap="square" lIns="81025" tIns="40500" rIns="81025" bIns="40500" anchor="t" anchorCtr="0">
            <a:normAutofit/>
          </a:bodyPr>
          <a:lstStyle>
            <a:lvl1pPr marL="457200" lvl="0" indent="-441960" algn="l">
              <a:lnSpc>
                <a:spcPct val="100000"/>
              </a:lnSpc>
              <a:spcBef>
                <a:spcPts val="670"/>
              </a:spcBef>
              <a:spcAft>
                <a:spcPts val="0"/>
              </a:spcAft>
              <a:buClr>
                <a:schemeClr val="dk1"/>
              </a:buClr>
              <a:buSzPts val="3360"/>
              <a:buChar char="•"/>
              <a:defRPr sz="3359"/>
            </a:lvl1pPr>
            <a:lvl2pPr marL="914400" lvl="1" indent="-419100" algn="l">
              <a:lnSpc>
                <a:spcPct val="100000"/>
              </a:lnSpc>
              <a:spcBef>
                <a:spcPts val="600"/>
              </a:spcBef>
              <a:spcAft>
                <a:spcPts val="0"/>
              </a:spcAft>
              <a:buClr>
                <a:schemeClr val="dk1"/>
              </a:buClr>
              <a:buSzPts val="3000"/>
              <a:buChar char="–"/>
              <a:defRPr sz="3000"/>
            </a:lvl2pPr>
            <a:lvl3pPr marL="1371600" lvl="2" indent="-388619" algn="l">
              <a:lnSpc>
                <a:spcPct val="100000"/>
              </a:lnSpc>
              <a:spcBef>
                <a:spcPts val="505"/>
              </a:spcBef>
              <a:spcAft>
                <a:spcPts val="0"/>
              </a:spcAft>
              <a:buClr>
                <a:schemeClr val="dk1"/>
              </a:buClr>
              <a:buSzPts val="2520"/>
              <a:buChar char="•"/>
              <a:defRPr sz="2520"/>
            </a:lvl3pPr>
            <a:lvl4pPr marL="1828800" lvl="3" indent="-365760" algn="l">
              <a:lnSpc>
                <a:spcPct val="100000"/>
              </a:lnSpc>
              <a:spcBef>
                <a:spcPts val="430"/>
              </a:spcBef>
              <a:spcAft>
                <a:spcPts val="0"/>
              </a:spcAft>
              <a:buClr>
                <a:schemeClr val="dk1"/>
              </a:buClr>
              <a:buSzPts val="2160"/>
              <a:buChar char="–"/>
              <a:defRPr sz="2160"/>
            </a:lvl4pPr>
            <a:lvl5pPr marL="2286000" lvl="4" indent="-365760" algn="l">
              <a:lnSpc>
                <a:spcPct val="100000"/>
              </a:lnSpc>
              <a:spcBef>
                <a:spcPts val="430"/>
              </a:spcBef>
              <a:spcAft>
                <a:spcPts val="0"/>
              </a:spcAft>
              <a:buClr>
                <a:schemeClr val="dk1"/>
              </a:buClr>
              <a:buSzPts val="2160"/>
              <a:buChar char="»"/>
              <a:defRPr sz="2160"/>
            </a:lvl5pPr>
            <a:lvl6pPr marL="2743200" lvl="5" indent="-365760" algn="l">
              <a:lnSpc>
                <a:spcPct val="100000"/>
              </a:lnSpc>
              <a:spcBef>
                <a:spcPts val="430"/>
              </a:spcBef>
              <a:spcAft>
                <a:spcPts val="0"/>
              </a:spcAft>
              <a:buClr>
                <a:schemeClr val="dk1"/>
              </a:buClr>
              <a:buSzPts val="2160"/>
              <a:buChar char="•"/>
              <a:defRPr sz="2160"/>
            </a:lvl6pPr>
            <a:lvl7pPr marL="3200400" lvl="6" indent="-365760" algn="l">
              <a:lnSpc>
                <a:spcPct val="100000"/>
              </a:lnSpc>
              <a:spcBef>
                <a:spcPts val="430"/>
              </a:spcBef>
              <a:spcAft>
                <a:spcPts val="0"/>
              </a:spcAft>
              <a:buClr>
                <a:schemeClr val="dk1"/>
              </a:buClr>
              <a:buSzPts val="2160"/>
              <a:buChar char="•"/>
              <a:defRPr sz="2160"/>
            </a:lvl7pPr>
            <a:lvl8pPr marL="3657600" lvl="7" indent="-365759" algn="l">
              <a:lnSpc>
                <a:spcPct val="100000"/>
              </a:lnSpc>
              <a:spcBef>
                <a:spcPts val="430"/>
              </a:spcBef>
              <a:spcAft>
                <a:spcPts val="0"/>
              </a:spcAft>
              <a:buClr>
                <a:schemeClr val="dk1"/>
              </a:buClr>
              <a:buSzPts val="2160"/>
              <a:buChar char="•"/>
              <a:defRPr sz="2160"/>
            </a:lvl8pPr>
            <a:lvl9pPr marL="4114800" lvl="8" indent="-365759" algn="l">
              <a:lnSpc>
                <a:spcPct val="100000"/>
              </a:lnSpc>
              <a:spcBef>
                <a:spcPts val="430"/>
              </a:spcBef>
              <a:spcAft>
                <a:spcPts val="0"/>
              </a:spcAft>
              <a:buClr>
                <a:schemeClr val="dk1"/>
              </a:buClr>
              <a:buSzPts val="2160"/>
              <a:buChar char="•"/>
              <a:defRPr sz="2160"/>
            </a:lvl9pPr>
          </a:lstStyle>
          <a:p>
            <a:endParaRPr/>
          </a:p>
        </p:txBody>
      </p:sp>
      <p:sp>
        <p:nvSpPr>
          <p:cNvPr id="50" name="Google Shape;50;p17"/>
          <p:cNvSpPr txBox="1">
            <a:spLocks noGrp="1"/>
          </p:cNvSpPr>
          <p:nvPr>
            <p:ph type="body" idx="2"/>
          </p:nvPr>
        </p:nvSpPr>
        <p:spPr>
          <a:xfrm>
            <a:off x="609602" y="1435103"/>
            <a:ext cx="4011084" cy="4691063"/>
          </a:xfrm>
          <a:prstGeom prst="rect">
            <a:avLst/>
          </a:prstGeom>
          <a:noFill/>
          <a:ln>
            <a:noFill/>
          </a:ln>
        </p:spPr>
        <p:txBody>
          <a:bodyPr spcFirstLastPara="1" wrap="square" lIns="81025" tIns="40500" rIns="81025" bIns="40500" anchor="t" anchorCtr="0">
            <a:normAutofit/>
          </a:bodyPr>
          <a:lstStyle>
            <a:lvl1pPr marL="457200" lvl="0" indent="-228600" algn="l">
              <a:lnSpc>
                <a:spcPct val="100000"/>
              </a:lnSpc>
              <a:spcBef>
                <a:spcPts val="290"/>
              </a:spcBef>
              <a:spcAft>
                <a:spcPts val="0"/>
              </a:spcAft>
              <a:buClr>
                <a:schemeClr val="dk1"/>
              </a:buClr>
              <a:buSzPts val="1440"/>
              <a:buNone/>
              <a:defRPr sz="1440"/>
            </a:lvl1pPr>
            <a:lvl2pPr marL="914400" lvl="1" indent="-228600" algn="l">
              <a:lnSpc>
                <a:spcPct val="100000"/>
              </a:lnSpc>
              <a:spcBef>
                <a:spcPts val="265"/>
              </a:spcBef>
              <a:spcAft>
                <a:spcPts val="0"/>
              </a:spcAft>
              <a:buClr>
                <a:schemeClr val="dk1"/>
              </a:buClr>
              <a:buSzPts val="1320"/>
              <a:buNone/>
              <a:defRPr sz="1320"/>
            </a:lvl2pPr>
            <a:lvl3pPr marL="1371600" lvl="2" indent="-228600" algn="l">
              <a:lnSpc>
                <a:spcPct val="100000"/>
              </a:lnSpc>
              <a:spcBef>
                <a:spcPts val="215"/>
              </a:spcBef>
              <a:spcAft>
                <a:spcPts val="0"/>
              </a:spcAft>
              <a:buClr>
                <a:schemeClr val="dk1"/>
              </a:buClr>
              <a:buSzPts val="1080"/>
              <a:buNone/>
              <a:defRPr sz="1080"/>
            </a:lvl3pPr>
            <a:lvl4pPr marL="1828800" lvl="3" indent="-228600" algn="l">
              <a:lnSpc>
                <a:spcPct val="100000"/>
              </a:lnSpc>
              <a:spcBef>
                <a:spcPts val="190"/>
              </a:spcBef>
              <a:spcAft>
                <a:spcPts val="0"/>
              </a:spcAft>
              <a:buClr>
                <a:schemeClr val="dk1"/>
              </a:buClr>
              <a:buSzPts val="960"/>
              <a:buNone/>
              <a:defRPr sz="960"/>
            </a:lvl4pPr>
            <a:lvl5pPr marL="2286000" lvl="4" indent="-228600" algn="l">
              <a:lnSpc>
                <a:spcPct val="100000"/>
              </a:lnSpc>
              <a:spcBef>
                <a:spcPts val="190"/>
              </a:spcBef>
              <a:spcAft>
                <a:spcPts val="0"/>
              </a:spcAft>
              <a:buClr>
                <a:schemeClr val="dk1"/>
              </a:buClr>
              <a:buSzPts val="960"/>
              <a:buNone/>
              <a:defRPr sz="960"/>
            </a:lvl5pPr>
            <a:lvl6pPr marL="2743200" lvl="5" indent="-228600" algn="l">
              <a:lnSpc>
                <a:spcPct val="100000"/>
              </a:lnSpc>
              <a:spcBef>
                <a:spcPts val="190"/>
              </a:spcBef>
              <a:spcAft>
                <a:spcPts val="0"/>
              </a:spcAft>
              <a:buClr>
                <a:schemeClr val="dk1"/>
              </a:buClr>
              <a:buSzPts val="960"/>
              <a:buNone/>
              <a:defRPr sz="960"/>
            </a:lvl6pPr>
            <a:lvl7pPr marL="3200400" lvl="6" indent="-228600" algn="l">
              <a:lnSpc>
                <a:spcPct val="100000"/>
              </a:lnSpc>
              <a:spcBef>
                <a:spcPts val="190"/>
              </a:spcBef>
              <a:spcAft>
                <a:spcPts val="0"/>
              </a:spcAft>
              <a:buClr>
                <a:schemeClr val="dk1"/>
              </a:buClr>
              <a:buSzPts val="960"/>
              <a:buNone/>
              <a:defRPr sz="960"/>
            </a:lvl7pPr>
            <a:lvl8pPr marL="3657600" lvl="7" indent="-228600" algn="l">
              <a:lnSpc>
                <a:spcPct val="100000"/>
              </a:lnSpc>
              <a:spcBef>
                <a:spcPts val="190"/>
              </a:spcBef>
              <a:spcAft>
                <a:spcPts val="0"/>
              </a:spcAft>
              <a:buClr>
                <a:schemeClr val="dk1"/>
              </a:buClr>
              <a:buSzPts val="960"/>
              <a:buNone/>
              <a:defRPr sz="960"/>
            </a:lvl8pPr>
            <a:lvl9pPr marL="4114800" lvl="8" indent="-228600" algn="l">
              <a:lnSpc>
                <a:spcPct val="100000"/>
              </a:lnSpc>
              <a:spcBef>
                <a:spcPts val="190"/>
              </a:spcBef>
              <a:spcAft>
                <a:spcPts val="0"/>
              </a:spcAft>
              <a:buClr>
                <a:schemeClr val="dk1"/>
              </a:buClr>
              <a:buSzPts val="960"/>
              <a:buNone/>
              <a:defRPr sz="960"/>
            </a:lvl9pPr>
          </a:lstStyle>
          <a:p>
            <a:endParaRPr/>
          </a:p>
        </p:txBody>
      </p:sp>
      <p:sp>
        <p:nvSpPr>
          <p:cNvPr id="51" name="Google Shape;51;p17"/>
          <p:cNvSpPr txBox="1">
            <a:spLocks noGrp="1"/>
          </p:cNvSpPr>
          <p:nvPr>
            <p:ph type="dt" idx="10"/>
          </p:nvPr>
        </p:nvSpPr>
        <p:spPr>
          <a:xfrm>
            <a:off x="609600" y="6356355"/>
            <a:ext cx="2844800" cy="365125"/>
          </a:xfrm>
          <a:prstGeom prst="rect">
            <a:avLst/>
          </a:prstGeom>
          <a:noFill/>
          <a:ln>
            <a:noFill/>
          </a:ln>
        </p:spPr>
        <p:txBody>
          <a:bodyPr spcFirstLastPara="1" wrap="square" lIns="81025" tIns="40500" rIns="81025" bIns="405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52" name="Google Shape;52;p17"/>
          <p:cNvSpPr txBox="1">
            <a:spLocks noGrp="1"/>
          </p:cNvSpPr>
          <p:nvPr>
            <p:ph type="ftr" idx="11"/>
          </p:nvPr>
        </p:nvSpPr>
        <p:spPr>
          <a:xfrm>
            <a:off x="4165600" y="6356355"/>
            <a:ext cx="3860800" cy="365125"/>
          </a:xfrm>
          <a:prstGeom prst="rect">
            <a:avLst/>
          </a:prstGeom>
          <a:noFill/>
          <a:ln>
            <a:noFill/>
          </a:ln>
        </p:spPr>
        <p:txBody>
          <a:bodyPr spcFirstLastPara="1" wrap="square" lIns="81025" tIns="40500" rIns="81025" bIns="405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53" name="Google Shape;53;p17"/>
          <p:cNvSpPr txBox="1">
            <a:spLocks noGrp="1"/>
          </p:cNvSpPr>
          <p:nvPr>
            <p:ph type="sldNum" idx="12"/>
          </p:nvPr>
        </p:nvSpPr>
        <p:spPr>
          <a:xfrm>
            <a:off x="8737600" y="6356355"/>
            <a:ext cx="2844800" cy="365125"/>
          </a:xfrm>
          <a:prstGeom prst="rect">
            <a:avLst/>
          </a:prstGeom>
          <a:noFill/>
          <a:ln>
            <a:noFill/>
          </a:ln>
        </p:spPr>
        <p:txBody>
          <a:bodyPr spcFirstLastPara="1" wrap="square" lIns="81025" tIns="40500" rIns="81025" bIns="40500" anchor="ctr" anchorCtr="0">
            <a:noAutofit/>
          </a:bodyPr>
          <a:lstStyle>
            <a:lvl1pPr marL="0" lvl="0"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1pPr>
            <a:lvl2pPr marL="0" lvl="1"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2pPr>
            <a:lvl3pPr marL="0" lvl="2"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3pPr>
            <a:lvl4pPr marL="0" lvl="3"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4pPr>
            <a:lvl5pPr marL="0" lvl="4"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5pPr>
            <a:lvl6pPr marL="0" lvl="5"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6pPr>
            <a:lvl7pPr marL="0" lvl="6"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7pPr>
            <a:lvl8pPr marL="0" lvl="7"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8pPr>
            <a:lvl9pPr marL="0" lvl="8"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4"/>
        <p:cNvGrpSpPr/>
        <p:nvPr/>
      </p:nvGrpSpPr>
      <p:grpSpPr>
        <a:xfrm>
          <a:off x="0" y="0"/>
          <a:ext cx="0" cy="0"/>
          <a:chOff x="0" y="0"/>
          <a:chExt cx="0" cy="0"/>
        </a:xfrm>
      </p:grpSpPr>
      <p:sp>
        <p:nvSpPr>
          <p:cNvPr id="55" name="Google Shape;55;p18"/>
          <p:cNvSpPr txBox="1">
            <a:spLocks noGrp="1"/>
          </p:cNvSpPr>
          <p:nvPr>
            <p:ph type="title"/>
          </p:nvPr>
        </p:nvSpPr>
        <p:spPr>
          <a:xfrm>
            <a:off x="2389717" y="4800600"/>
            <a:ext cx="7315200" cy="566738"/>
          </a:xfrm>
          <a:prstGeom prst="rect">
            <a:avLst/>
          </a:prstGeom>
          <a:noFill/>
          <a:ln>
            <a:noFill/>
          </a:ln>
        </p:spPr>
        <p:txBody>
          <a:bodyPr spcFirstLastPara="1" wrap="square" lIns="81025" tIns="40500" rIns="81025" bIns="40500" anchor="b" anchorCtr="0">
            <a:normAutofit/>
          </a:bodyPr>
          <a:lstStyle>
            <a:lvl1pPr lvl="0" algn="l">
              <a:lnSpc>
                <a:spcPct val="100000"/>
              </a:lnSpc>
              <a:spcBef>
                <a:spcPts val="0"/>
              </a:spcBef>
              <a:spcAft>
                <a:spcPts val="0"/>
              </a:spcAft>
              <a:buClr>
                <a:schemeClr val="dk1"/>
              </a:buClr>
              <a:buSzPts val="2160"/>
              <a:buFont typeface="Calibri"/>
              <a:buNone/>
              <a:defRPr sz="216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8"/>
          <p:cNvSpPr>
            <a:spLocks noGrp="1"/>
          </p:cNvSpPr>
          <p:nvPr>
            <p:ph type="pic" idx="2"/>
          </p:nvPr>
        </p:nvSpPr>
        <p:spPr>
          <a:xfrm>
            <a:off x="2389717" y="612775"/>
            <a:ext cx="7315200" cy="4114800"/>
          </a:xfrm>
          <a:prstGeom prst="rect">
            <a:avLst/>
          </a:prstGeom>
          <a:noFill/>
          <a:ln>
            <a:noFill/>
          </a:ln>
        </p:spPr>
      </p:sp>
      <p:sp>
        <p:nvSpPr>
          <p:cNvPr id="57" name="Google Shape;57;p18"/>
          <p:cNvSpPr txBox="1">
            <a:spLocks noGrp="1"/>
          </p:cNvSpPr>
          <p:nvPr>
            <p:ph type="body" idx="1"/>
          </p:nvPr>
        </p:nvSpPr>
        <p:spPr>
          <a:xfrm>
            <a:off x="2389717" y="5367338"/>
            <a:ext cx="7315200" cy="804862"/>
          </a:xfrm>
          <a:prstGeom prst="rect">
            <a:avLst/>
          </a:prstGeom>
          <a:noFill/>
          <a:ln>
            <a:noFill/>
          </a:ln>
        </p:spPr>
        <p:txBody>
          <a:bodyPr spcFirstLastPara="1" wrap="square" lIns="81025" tIns="40500" rIns="81025" bIns="40500" anchor="t" anchorCtr="0">
            <a:normAutofit/>
          </a:bodyPr>
          <a:lstStyle>
            <a:lvl1pPr marL="457200" lvl="0" indent="-228600" algn="l">
              <a:lnSpc>
                <a:spcPct val="100000"/>
              </a:lnSpc>
              <a:spcBef>
                <a:spcPts val="290"/>
              </a:spcBef>
              <a:spcAft>
                <a:spcPts val="0"/>
              </a:spcAft>
              <a:buClr>
                <a:schemeClr val="dk1"/>
              </a:buClr>
              <a:buSzPts val="1440"/>
              <a:buNone/>
              <a:defRPr sz="1440"/>
            </a:lvl1pPr>
            <a:lvl2pPr marL="914400" lvl="1" indent="-228600" algn="l">
              <a:lnSpc>
                <a:spcPct val="100000"/>
              </a:lnSpc>
              <a:spcBef>
                <a:spcPts val="265"/>
              </a:spcBef>
              <a:spcAft>
                <a:spcPts val="0"/>
              </a:spcAft>
              <a:buClr>
                <a:schemeClr val="dk1"/>
              </a:buClr>
              <a:buSzPts val="1320"/>
              <a:buNone/>
              <a:defRPr sz="1320"/>
            </a:lvl2pPr>
            <a:lvl3pPr marL="1371600" lvl="2" indent="-228600" algn="l">
              <a:lnSpc>
                <a:spcPct val="100000"/>
              </a:lnSpc>
              <a:spcBef>
                <a:spcPts val="215"/>
              </a:spcBef>
              <a:spcAft>
                <a:spcPts val="0"/>
              </a:spcAft>
              <a:buClr>
                <a:schemeClr val="dk1"/>
              </a:buClr>
              <a:buSzPts val="1080"/>
              <a:buNone/>
              <a:defRPr sz="1080"/>
            </a:lvl3pPr>
            <a:lvl4pPr marL="1828800" lvl="3" indent="-228600" algn="l">
              <a:lnSpc>
                <a:spcPct val="100000"/>
              </a:lnSpc>
              <a:spcBef>
                <a:spcPts val="190"/>
              </a:spcBef>
              <a:spcAft>
                <a:spcPts val="0"/>
              </a:spcAft>
              <a:buClr>
                <a:schemeClr val="dk1"/>
              </a:buClr>
              <a:buSzPts val="960"/>
              <a:buNone/>
              <a:defRPr sz="960"/>
            </a:lvl4pPr>
            <a:lvl5pPr marL="2286000" lvl="4" indent="-228600" algn="l">
              <a:lnSpc>
                <a:spcPct val="100000"/>
              </a:lnSpc>
              <a:spcBef>
                <a:spcPts val="190"/>
              </a:spcBef>
              <a:spcAft>
                <a:spcPts val="0"/>
              </a:spcAft>
              <a:buClr>
                <a:schemeClr val="dk1"/>
              </a:buClr>
              <a:buSzPts val="960"/>
              <a:buNone/>
              <a:defRPr sz="960"/>
            </a:lvl5pPr>
            <a:lvl6pPr marL="2743200" lvl="5" indent="-228600" algn="l">
              <a:lnSpc>
                <a:spcPct val="100000"/>
              </a:lnSpc>
              <a:spcBef>
                <a:spcPts val="190"/>
              </a:spcBef>
              <a:spcAft>
                <a:spcPts val="0"/>
              </a:spcAft>
              <a:buClr>
                <a:schemeClr val="dk1"/>
              </a:buClr>
              <a:buSzPts val="960"/>
              <a:buNone/>
              <a:defRPr sz="960"/>
            </a:lvl6pPr>
            <a:lvl7pPr marL="3200400" lvl="6" indent="-228600" algn="l">
              <a:lnSpc>
                <a:spcPct val="100000"/>
              </a:lnSpc>
              <a:spcBef>
                <a:spcPts val="190"/>
              </a:spcBef>
              <a:spcAft>
                <a:spcPts val="0"/>
              </a:spcAft>
              <a:buClr>
                <a:schemeClr val="dk1"/>
              </a:buClr>
              <a:buSzPts val="960"/>
              <a:buNone/>
              <a:defRPr sz="960"/>
            </a:lvl7pPr>
            <a:lvl8pPr marL="3657600" lvl="7" indent="-228600" algn="l">
              <a:lnSpc>
                <a:spcPct val="100000"/>
              </a:lnSpc>
              <a:spcBef>
                <a:spcPts val="190"/>
              </a:spcBef>
              <a:spcAft>
                <a:spcPts val="0"/>
              </a:spcAft>
              <a:buClr>
                <a:schemeClr val="dk1"/>
              </a:buClr>
              <a:buSzPts val="960"/>
              <a:buNone/>
              <a:defRPr sz="960"/>
            </a:lvl8pPr>
            <a:lvl9pPr marL="4114800" lvl="8" indent="-228600" algn="l">
              <a:lnSpc>
                <a:spcPct val="100000"/>
              </a:lnSpc>
              <a:spcBef>
                <a:spcPts val="190"/>
              </a:spcBef>
              <a:spcAft>
                <a:spcPts val="0"/>
              </a:spcAft>
              <a:buClr>
                <a:schemeClr val="dk1"/>
              </a:buClr>
              <a:buSzPts val="960"/>
              <a:buNone/>
              <a:defRPr sz="960"/>
            </a:lvl9pPr>
          </a:lstStyle>
          <a:p>
            <a:endParaRPr/>
          </a:p>
        </p:txBody>
      </p:sp>
      <p:sp>
        <p:nvSpPr>
          <p:cNvPr id="58" name="Google Shape;58;p18"/>
          <p:cNvSpPr txBox="1">
            <a:spLocks noGrp="1"/>
          </p:cNvSpPr>
          <p:nvPr>
            <p:ph type="dt" idx="10"/>
          </p:nvPr>
        </p:nvSpPr>
        <p:spPr>
          <a:xfrm>
            <a:off x="609600" y="6356355"/>
            <a:ext cx="2844800" cy="365125"/>
          </a:xfrm>
          <a:prstGeom prst="rect">
            <a:avLst/>
          </a:prstGeom>
          <a:noFill/>
          <a:ln>
            <a:noFill/>
          </a:ln>
        </p:spPr>
        <p:txBody>
          <a:bodyPr spcFirstLastPara="1" wrap="square" lIns="81025" tIns="40500" rIns="81025" bIns="405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59" name="Google Shape;59;p18"/>
          <p:cNvSpPr txBox="1">
            <a:spLocks noGrp="1"/>
          </p:cNvSpPr>
          <p:nvPr>
            <p:ph type="ftr" idx="11"/>
          </p:nvPr>
        </p:nvSpPr>
        <p:spPr>
          <a:xfrm>
            <a:off x="4165600" y="6356355"/>
            <a:ext cx="3860800" cy="365125"/>
          </a:xfrm>
          <a:prstGeom prst="rect">
            <a:avLst/>
          </a:prstGeom>
          <a:noFill/>
          <a:ln>
            <a:noFill/>
          </a:ln>
        </p:spPr>
        <p:txBody>
          <a:bodyPr spcFirstLastPara="1" wrap="square" lIns="81025" tIns="40500" rIns="81025" bIns="405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60" name="Google Shape;60;p18"/>
          <p:cNvSpPr txBox="1">
            <a:spLocks noGrp="1"/>
          </p:cNvSpPr>
          <p:nvPr>
            <p:ph type="sldNum" idx="12"/>
          </p:nvPr>
        </p:nvSpPr>
        <p:spPr>
          <a:xfrm>
            <a:off x="8737600" y="6356355"/>
            <a:ext cx="2844800" cy="365125"/>
          </a:xfrm>
          <a:prstGeom prst="rect">
            <a:avLst/>
          </a:prstGeom>
          <a:noFill/>
          <a:ln>
            <a:noFill/>
          </a:ln>
        </p:spPr>
        <p:txBody>
          <a:bodyPr spcFirstLastPara="1" wrap="square" lIns="81025" tIns="40500" rIns="81025" bIns="40500" anchor="ctr" anchorCtr="0">
            <a:noAutofit/>
          </a:bodyPr>
          <a:lstStyle>
            <a:lvl1pPr marL="0" lvl="0"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1pPr>
            <a:lvl2pPr marL="0" lvl="1"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2pPr>
            <a:lvl3pPr marL="0" lvl="2"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3pPr>
            <a:lvl4pPr marL="0" lvl="3"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4pPr>
            <a:lvl5pPr marL="0" lvl="4"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5pPr>
            <a:lvl6pPr marL="0" lvl="5"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6pPr>
            <a:lvl7pPr marL="0" lvl="6"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7pPr>
            <a:lvl8pPr marL="0" lvl="7"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8pPr>
            <a:lvl9pPr marL="0" lvl="8"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1"/>
        <p:cNvGrpSpPr/>
        <p:nvPr/>
      </p:nvGrpSpPr>
      <p:grpSpPr>
        <a:xfrm>
          <a:off x="0" y="0"/>
          <a:ext cx="0" cy="0"/>
          <a:chOff x="0" y="0"/>
          <a:chExt cx="0" cy="0"/>
        </a:xfrm>
      </p:grpSpPr>
      <p:sp>
        <p:nvSpPr>
          <p:cNvPr id="62" name="Google Shape;62;p19"/>
          <p:cNvSpPr txBox="1">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9"/>
          <p:cNvSpPr txBox="1">
            <a:spLocks noGrp="1"/>
          </p:cNvSpPr>
          <p:nvPr>
            <p:ph type="body" idx="1"/>
          </p:nvPr>
        </p:nvSpPr>
        <p:spPr>
          <a:xfrm rot="5400000">
            <a:off x="3833020" y="-1623218"/>
            <a:ext cx="4525963" cy="10972800"/>
          </a:xfrm>
          <a:prstGeom prst="rect">
            <a:avLst/>
          </a:prstGeom>
          <a:noFill/>
          <a:ln>
            <a:noFill/>
          </a:ln>
        </p:spPr>
        <p:txBody>
          <a:bodyPr spcFirstLastPara="1" wrap="square" lIns="81025" tIns="40500" rIns="81025" bIns="405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4" name="Google Shape;64;p19"/>
          <p:cNvSpPr txBox="1">
            <a:spLocks noGrp="1"/>
          </p:cNvSpPr>
          <p:nvPr>
            <p:ph type="dt" idx="10"/>
          </p:nvPr>
        </p:nvSpPr>
        <p:spPr>
          <a:xfrm>
            <a:off x="609600" y="6356355"/>
            <a:ext cx="2844800" cy="365125"/>
          </a:xfrm>
          <a:prstGeom prst="rect">
            <a:avLst/>
          </a:prstGeom>
          <a:noFill/>
          <a:ln>
            <a:noFill/>
          </a:ln>
        </p:spPr>
        <p:txBody>
          <a:bodyPr spcFirstLastPara="1" wrap="square" lIns="81025" tIns="40500" rIns="81025" bIns="405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65" name="Google Shape;65;p19"/>
          <p:cNvSpPr txBox="1">
            <a:spLocks noGrp="1"/>
          </p:cNvSpPr>
          <p:nvPr>
            <p:ph type="ftr" idx="11"/>
          </p:nvPr>
        </p:nvSpPr>
        <p:spPr>
          <a:xfrm>
            <a:off x="4165600" y="6356355"/>
            <a:ext cx="3860800" cy="365125"/>
          </a:xfrm>
          <a:prstGeom prst="rect">
            <a:avLst/>
          </a:prstGeom>
          <a:noFill/>
          <a:ln>
            <a:noFill/>
          </a:ln>
        </p:spPr>
        <p:txBody>
          <a:bodyPr spcFirstLastPara="1" wrap="square" lIns="81025" tIns="40500" rIns="81025" bIns="405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66" name="Google Shape;66;p19"/>
          <p:cNvSpPr txBox="1">
            <a:spLocks noGrp="1"/>
          </p:cNvSpPr>
          <p:nvPr>
            <p:ph type="sldNum" idx="12"/>
          </p:nvPr>
        </p:nvSpPr>
        <p:spPr>
          <a:xfrm>
            <a:off x="8737600" y="6356355"/>
            <a:ext cx="2844800" cy="365125"/>
          </a:xfrm>
          <a:prstGeom prst="rect">
            <a:avLst/>
          </a:prstGeom>
          <a:noFill/>
          <a:ln>
            <a:noFill/>
          </a:ln>
        </p:spPr>
        <p:txBody>
          <a:bodyPr spcFirstLastPara="1" wrap="square" lIns="81025" tIns="40500" rIns="81025" bIns="40500" anchor="ctr" anchorCtr="0">
            <a:noAutofit/>
          </a:bodyPr>
          <a:lstStyle>
            <a:lvl1pPr marL="0" lvl="0"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1pPr>
            <a:lvl2pPr marL="0" lvl="1"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2pPr>
            <a:lvl3pPr marL="0" lvl="2"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3pPr>
            <a:lvl4pPr marL="0" lvl="3"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4pPr>
            <a:lvl5pPr marL="0" lvl="4"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5pPr>
            <a:lvl6pPr marL="0" lvl="5"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6pPr>
            <a:lvl7pPr marL="0" lvl="6"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7pPr>
            <a:lvl8pPr marL="0" lvl="7"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8pPr>
            <a:lvl9pPr marL="0" lvl="8"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7"/>
        <p:cNvGrpSpPr/>
        <p:nvPr/>
      </p:nvGrpSpPr>
      <p:grpSpPr>
        <a:xfrm>
          <a:off x="0" y="0"/>
          <a:ext cx="0" cy="0"/>
          <a:chOff x="0" y="0"/>
          <a:chExt cx="0" cy="0"/>
        </a:xfrm>
      </p:grpSpPr>
      <p:sp>
        <p:nvSpPr>
          <p:cNvPr id="68" name="Google Shape;68;p20"/>
          <p:cNvSpPr txBox="1">
            <a:spLocks noGrp="1"/>
          </p:cNvSpPr>
          <p:nvPr>
            <p:ph type="title"/>
          </p:nvPr>
        </p:nvSpPr>
        <p:spPr>
          <a:xfrm rot="5400000">
            <a:off x="7285039" y="1828803"/>
            <a:ext cx="5851525" cy="2743200"/>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0"/>
          <p:cNvSpPr txBox="1">
            <a:spLocks noGrp="1"/>
          </p:cNvSpPr>
          <p:nvPr>
            <p:ph type="body" idx="1"/>
          </p:nvPr>
        </p:nvSpPr>
        <p:spPr>
          <a:xfrm rot="5400000">
            <a:off x="1697039" y="-812797"/>
            <a:ext cx="5851525" cy="8026400"/>
          </a:xfrm>
          <a:prstGeom prst="rect">
            <a:avLst/>
          </a:prstGeom>
          <a:noFill/>
          <a:ln>
            <a:noFill/>
          </a:ln>
        </p:spPr>
        <p:txBody>
          <a:bodyPr spcFirstLastPara="1" wrap="square" lIns="81025" tIns="40500" rIns="81025" bIns="405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0" name="Google Shape;70;p20"/>
          <p:cNvSpPr txBox="1">
            <a:spLocks noGrp="1"/>
          </p:cNvSpPr>
          <p:nvPr>
            <p:ph type="dt" idx="10"/>
          </p:nvPr>
        </p:nvSpPr>
        <p:spPr>
          <a:xfrm>
            <a:off x="609600" y="6356355"/>
            <a:ext cx="2844800" cy="365125"/>
          </a:xfrm>
          <a:prstGeom prst="rect">
            <a:avLst/>
          </a:prstGeom>
          <a:noFill/>
          <a:ln>
            <a:noFill/>
          </a:ln>
        </p:spPr>
        <p:txBody>
          <a:bodyPr spcFirstLastPara="1" wrap="square" lIns="81025" tIns="40500" rIns="81025" bIns="405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71" name="Google Shape;71;p20"/>
          <p:cNvSpPr txBox="1">
            <a:spLocks noGrp="1"/>
          </p:cNvSpPr>
          <p:nvPr>
            <p:ph type="ftr" idx="11"/>
          </p:nvPr>
        </p:nvSpPr>
        <p:spPr>
          <a:xfrm>
            <a:off x="4165600" y="6356355"/>
            <a:ext cx="3860800" cy="365125"/>
          </a:xfrm>
          <a:prstGeom prst="rect">
            <a:avLst/>
          </a:prstGeom>
          <a:noFill/>
          <a:ln>
            <a:noFill/>
          </a:ln>
        </p:spPr>
        <p:txBody>
          <a:bodyPr spcFirstLastPara="1" wrap="square" lIns="81025" tIns="40500" rIns="81025" bIns="405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72" name="Google Shape;72;p20"/>
          <p:cNvSpPr txBox="1">
            <a:spLocks noGrp="1"/>
          </p:cNvSpPr>
          <p:nvPr>
            <p:ph type="sldNum" idx="12"/>
          </p:nvPr>
        </p:nvSpPr>
        <p:spPr>
          <a:xfrm>
            <a:off x="8737600" y="6356355"/>
            <a:ext cx="2844800" cy="365125"/>
          </a:xfrm>
          <a:prstGeom prst="rect">
            <a:avLst/>
          </a:prstGeom>
          <a:noFill/>
          <a:ln>
            <a:noFill/>
          </a:ln>
        </p:spPr>
        <p:txBody>
          <a:bodyPr spcFirstLastPara="1" wrap="square" lIns="81025" tIns="40500" rIns="81025" bIns="40500" anchor="ctr" anchorCtr="0">
            <a:noAutofit/>
          </a:bodyPr>
          <a:lstStyle>
            <a:lvl1pPr marL="0" lvl="0"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1pPr>
            <a:lvl2pPr marL="0" lvl="1"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2pPr>
            <a:lvl3pPr marL="0" lvl="2"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3pPr>
            <a:lvl4pPr marL="0" lvl="3"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4pPr>
            <a:lvl5pPr marL="0" lvl="4"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5pPr>
            <a:lvl6pPr marL="0" lvl="5"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6pPr>
            <a:lvl7pPr marL="0" lvl="6"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7pPr>
            <a:lvl8pPr marL="0" lvl="7"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8pPr>
            <a:lvl9pPr marL="0" lvl="8" indent="0" algn="r">
              <a:spcBef>
                <a:spcPts val="0"/>
              </a:spcBef>
              <a:buClr>
                <a:srgbClr val="888888"/>
              </a:buClr>
              <a:buSzPts val="1320"/>
              <a:buFont typeface="Calibri"/>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1">
            <a:alphaModFix/>
          </a:blip>
          <a:stretch>
            <a:fillRect/>
          </a:stretch>
        </a:blip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chorCtr="0">
            <a:normAutofit/>
          </a:bodyPr>
          <a:lstStyle>
            <a:lvl1pPr marR="0" lvl="0" algn="ctr" rtl="0">
              <a:lnSpc>
                <a:spcPct val="100000"/>
              </a:lnSpc>
              <a:spcBef>
                <a:spcPts val="0"/>
              </a:spcBef>
              <a:spcAft>
                <a:spcPts val="0"/>
              </a:spcAft>
              <a:buClr>
                <a:schemeClr val="dk1"/>
              </a:buClr>
              <a:buSzPts val="4680"/>
              <a:buFont typeface="Calibri"/>
              <a:buNone/>
              <a:defRPr sz="468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1"/>
          <p:cNvSpPr txBox="1">
            <a:spLocks noGrp="1"/>
          </p:cNvSpPr>
          <p:nvPr>
            <p:ph type="body" idx="1"/>
          </p:nvPr>
        </p:nvSpPr>
        <p:spPr>
          <a:xfrm>
            <a:off x="609600" y="1600203"/>
            <a:ext cx="10972800" cy="4525963"/>
          </a:xfrm>
          <a:prstGeom prst="rect">
            <a:avLst/>
          </a:prstGeom>
          <a:noFill/>
          <a:ln>
            <a:noFill/>
          </a:ln>
        </p:spPr>
        <p:txBody>
          <a:bodyPr spcFirstLastPara="1" wrap="square" lIns="81025" tIns="40500" rIns="81025" bIns="40500" anchor="t" anchorCtr="0">
            <a:normAutofit/>
          </a:bodyPr>
          <a:lstStyle>
            <a:lvl1pPr marL="457200" marR="0" lvl="0" indent="-441960" algn="l" rtl="0">
              <a:lnSpc>
                <a:spcPct val="100000"/>
              </a:lnSpc>
              <a:spcBef>
                <a:spcPts val="670"/>
              </a:spcBef>
              <a:spcAft>
                <a:spcPts val="0"/>
              </a:spcAft>
              <a:buClr>
                <a:schemeClr val="dk1"/>
              </a:buClr>
              <a:buSzPts val="3360"/>
              <a:buFont typeface="Arial"/>
              <a:buChar char="•"/>
              <a:defRPr sz="3359" b="0" i="0" u="none" strike="noStrike" cap="none">
                <a:solidFill>
                  <a:schemeClr val="dk1"/>
                </a:solidFill>
                <a:latin typeface="Calibri"/>
                <a:ea typeface="Calibri"/>
                <a:cs typeface="Calibri"/>
                <a:sym typeface="Calibri"/>
              </a:defRPr>
            </a:lvl1pPr>
            <a:lvl2pPr marL="914400" marR="0" lvl="1" indent="-419100" algn="l" rtl="0">
              <a:lnSpc>
                <a:spcPct val="100000"/>
              </a:lnSpc>
              <a:spcBef>
                <a:spcPts val="600"/>
              </a:spcBef>
              <a:spcAft>
                <a:spcPts val="0"/>
              </a:spcAft>
              <a:buClr>
                <a:schemeClr val="dk1"/>
              </a:buClr>
              <a:buSzPts val="3000"/>
              <a:buFont typeface="Arial"/>
              <a:buChar char="–"/>
              <a:defRPr sz="3000" b="0" i="0" u="none" strike="noStrike" cap="none">
                <a:solidFill>
                  <a:schemeClr val="dk1"/>
                </a:solidFill>
                <a:latin typeface="Calibri"/>
                <a:ea typeface="Calibri"/>
                <a:cs typeface="Calibri"/>
                <a:sym typeface="Calibri"/>
              </a:defRPr>
            </a:lvl2pPr>
            <a:lvl3pPr marL="1371600" marR="0" lvl="2" indent="-388619" algn="l" rtl="0">
              <a:lnSpc>
                <a:spcPct val="100000"/>
              </a:lnSpc>
              <a:spcBef>
                <a:spcPts val="505"/>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3pPr>
            <a:lvl4pPr marL="1828800" marR="0" lvl="3" indent="-365760" algn="l" rtl="0">
              <a:lnSpc>
                <a:spcPct val="100000"/>
              </a:lnSpc>
              <a:spcBef>
                <a:spcPts val="430"/>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4pPr>
            <a:lvl5pPr marL="2286000" marR="0" lvl="4" indent="-365760" algn="l" rtl="0">
              <a:lnSpc>
                <a:spcPct val="100000"/>
              </a:lnSpc>
              <a:spcBef>
                <a:spcPts val="430"/>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5pPr>
            <a:lvl6pPr marL="2743200" marR="0" lvl="5" indent="-365760" algn="l" rtl="0">
              <a:lnSpc>
                <a:spcPct val="100000"/>
              </a:lnSpc>
              <a:spcBef>
                <a:spcPts val="430"/>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6pPr>
            <a:lvl7pPr marL="3200400" marR="0" lvl="6" indent="-365760" algn="l" rtl="0">
              <a:lnSpc>
                <a:spcPct val="100000"/>
              </a:lnSpc>
              <a:spcBef>
                <a:spcPts val="430"/>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7pPr>
            <a:lvl8pPr marL="3657600" marR="0" lvl="7" indent="-365759" algn="l" rtl="0">
              <a:lnSpc>
                <a:spcPct val="100000"/>
              </a:lnSpc>
              <a:spcBef>
                <a:spcPts val="430"/>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8pPr>
            <a:lvl9pPr marL="4114800" marR="0" lvl="8" indent="-365759" algn="l" rtl="0">
              <a:lnSpc>
                <a:spcPct val="100000"/>
              </a:lnSpc>
              <a:spcBef>
                <a:spcPts val="430"/>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9pPr>
          </a:lstStyle>
          <a:p>
            <a:endParaRPr/>
          </a:p>
        </p:txBody>
      </p:sp>
      <p:sp>
        <p:nvSpPr>
          <p:cNvPr id="12" name="Google Shape;12;p11"/>
          <p:cNvSpPr txBox="1">
            <a:spLocks noGrp="1"/>
          </p:cNvSpPr>
          <p:nvPr>
            <p:ph type="dt" idx="10"/>
          </p:nvPr>
        </p:nvSpPr>
        <p:spPr>
          <a:xfrm>
            <a:off x="609600" y="6356355"/>
            <a:ext cx="2844800" cy="365125"/>
          </a:xfrm>
          <a:prstGeom prst="rect">
            <a:avLst/>
          </a:prstGeom>
          <a:noFill/>
          <a:ln>
            <a:noFill/>
          </a:ln>
        </p:spPr>
        <p:txBody>
          <a:bodyPr spcFirstLastPara="1" wrap="square" lIns="81025" tIns="40500" rIns="81025" bIns="40500" anchor="ctr" anchorCtr="0">
            <a:noAutofit/>
          </a:bodyPr>
          <a:lstStyle>
            <a:lvl1pPr marR="0" lvl="0" algn="l" rtl="0">
              <a:spcBef>
                <a:spcPts val="0"/>
              </a:spcBef>
              <a:spcAft>
                <a:spcPts val="0"/>
              </a:spcAft>
              <a:buClr>
                <a:srgbClr val="888888"/>
              </a:buClr>
              <a:buSzPts val="1400"/>
              <a:buFont typeface="Calibri"/>
              <a:buNone/>
              <a:defRPr sz="1320" b="0" i="0" u="none" strike="noStrike" cap="none">
                <a:solidFill>
                  <a:srgbClr val="888888"/>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205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205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205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205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205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205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205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2050" b="0" i="0" u="none" strike="noStrike" cap="none">
                <a:solidFill>
                  <a:schemeClr val="dk1"/>
                </a:solidFill>
                <a:latin typeface="Calibri"/>
                <a:ea typeface="Calibri"/>
                <a:cs typeface="Calibri"/>
                <a:sym typeface="Calibri"/>
              </a:defRPr>
            </a:lvl9pPr>
          </a:lstStyle>
          <a:p>
            <a:endParaRPr/>
          </a:p>
        </p:txBody>
      </p:sp>
      <p:sp>
        <p:nvSpPr>
          <p:cNvPr id="13" name="Google Shape;13;p11"/>
          <p:cNvSpPr txBox="1">
            <a:spLocks noGrp="1"/>
          </p:cNvSpPr>
          <p:nvPr>
            <p:ph type="ftr" idx="11"/>
          </p:nvPr>
        </p:nvSpPr>
        <p:spPr>
          <a:xfrm>
            <a:off x="4165600" y="6356355"/>
            <a:ext cx="3860800" cy="365125"/>
          </a:xfrm>
          <a:prstGeom prst="rect">
            <a:avLst/>
          </a:prstGeom>
          <a:noFill/>
          <a:ln>
            <a:noFill/>
          </a:ln>
        </p:spPr>
        <p:txBody>
          <a:bodyPr spcFirstLastPara="1" wrap="square" lIns="81025" tIns="40500" rIns="81025" bIns="40500" anchor="ctr" anchorCtr="0">
            <a:noAutofit/>
          </a:bodyPr>
          <a:lstStyle>
            <a:lvl1pPr marR="0" lvl="0" algn="ctr" rtl="0">
              <a:spcBef>
                <a:spcPts val="0"/>
              </a:spcBef>
              <a:spcAft>
                <a:spcPts val="0"/>
              </a:spcAft>
              <a:buClr>
                <a:srgbClr val="888888"/>
              </a:buClr>
              <a:buSzPts val="1400"/>
              <a:buFont typeface="Calibri"/>
              <a:buNone/>
              <a:defRPr sz="1320" b="0" i="0" u="none" strike="noStrike" cap="none">
                <a:solidFill>
                  <a:srgbClr val="888888"/>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205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205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205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205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205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205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205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2050" b="0" i="0" u="none" strike="noStrike" cap="none">
                <a:solidFill>
                  <a:schemeClr val="dk1"/>
                </a:solidFill>
                <a:latin typeface="Calibri"/>
                <a:ea typeface="Calibri"/>
                <a:cs typeface="Calibri"/>
                <a:sym typeface="Calibri"/>
              </a:defRPr>
            </a:lvl9pPr>
          </a:lstStyle>
          <a:p>
            <a:endParaRPr/>
          </a:p>
        </p:txBody>
      </p:sp>
      <p:sp>
        <p:nvSpPr>
          <p:cNvPr id="14" name="Google Shape;14;p11"/>
          <p:cNvSpPr txBox="1">
            <a:spLocks noGrp="1"/>
          </p:cNvSpPr>
          <p:nvPr>
            <p:ph type="sldNum" idx="12"/>
          </p:nvPr>
        </p:nvSpPr>
        <p:spPr>
          <a:xfrm>
            <a:off x="8737600" y="6356355"/>
            <a:ext cx="2844800" cy="365125"/>
          </a:xfrm>
          <a:prstGeom prst="rect">
            <a:avLst/>
          </a:prstGeom>
          <a:noFill/>
          <a:ln>
            <a:noFill/>
          </a:ln>
        </p:spPr>
        <p:txBody>
          <a:bodyPr spcFirstLastPara="1" wrap="square" lIns="81025" tIns="40500" rIns="81025" bIns="40500" anchor="ctr" anchorCtr="0">
            <a:noAutofit/>
          </a:bodyPr>
          <a:lstStyle>
            <a:lvl1pPr marL="0" marR="0" lvl="0" indent="0" algn="r" rtl="0">
              <a:spcBef>
                <a:spcPts val="0"/>
              </a:spcBef>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rtl="0">
              <a:spcBef>
                <a:spcPts val="0"/>
              </a:spcBef>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rtl="0">
              <a:spcBef>
                <a:spcPts val="0"/>
              </a:spcBef>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rtl="0">
              <a:spcBef>
                <a:spcPts val="0"/>
              </a:spcBef>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rtl="0">
              <a:spcBef>
                <a:spcPts val="0"/>
              </a:spcBef>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rtl="0">
              <a:spcBef>
                <a:spcPts val="0"/>
              </a:spcBef>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rtl="0">
              <a:spcBef>
                <a:spcPts val="0"/>
              </a:spcBef>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rtl="0">
              <a:spcBef>
                <a:spcPts val="0"/>
              </a:spcBef>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rtl="0">
              <a:spcBef>
                <a:spcPts val="0"/>
              </a:spcBef>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6"/>
        <p:cNvGrpSpPr/>
        <p:nvPr/>
      </p:nvGrpSpPr>
      <p:grpSpPr>
        <a:xfrm>
          <a:off x="0" y="0"/>
          <a:ext cx="0" cy="0"/>
          <a:chOff x="0" y="0"/>
          <a:chExt cx="0" cy="0"/>
        </a:xfrm>
      </p:grpSpPr>
      <p:sp>
        <p:nvSpPr>
          <p:cNvPr id="77" name="Google Shape;77;p1"/>
          <p:cNvSpPr txBox="1"/>
          <p:nvPr/>
        </p:nvSpPr>
        <p:spPr>
          <a:xfrm>
            <a:off x="1718187" y="2814992"/>
            <a:ext cx="8755626" cy="614008"/>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en-IN" sz="2800" b="1" i="0" u="none" strike="noStrike" cap="none" dirty="0">
                <a:solidFill>
                  <a:srgbClr val="31859B"/>
                </a:solidFill>
                <a:latin typeface="Times New Roman"/>
                <a:ea typeface="Times New Roman"/>
                <a:cs typeface="Times New Roman"/>
                <a:sym typeface="Times New Roman"/>
              </a:rPr>
              <a:t>Project Team  | G-1220 |  AI-Powered Quiz Generator - </a:t>
            </a:r>
            <a:r>
              <a:rPr lang="en-IN" sz="2800" b="1" i="0" u="none" strike="noStrike" cap="none" dirty="0" err="1">
                <a:solidFill>
                  <a:srgbClr val="31859B"/>
                </a:solidFill>
                <a:latin typeface="Times New Roman"/>
                <a:ea typeface="Times New Roman"/>
                <a:cs typeface="Times New Roman"/>
                <a:sym typeface="Times New Roman"/>
              </a:rPr>
              <a:t>Quizzy</a:t>
            </a:r>
            <a:endParaRPr sz="2800" b="1" i="0" u="none" strike="noStrike" cap="none" dirty="0">
              <a:solidFill>
                <a:srgbClr val="31859B"/>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800"/>
              <a:buFont typeface="Arial"/>
              <a:buNone/>
            </a:pPr>
            <a:endParaRPr sz="2800" b="1" i="0" u="none" strike="noStrike" cap="none" dirty="0">
              <a:solidFill>
                <a:srgbClr val="31859B"/>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000"/>
              <a:buFont typeface="Arial"/>
              <a:buNone/>
            </a:pPr>
            <a:r>
              <a:rPr lang="en-IN" sz="2000" b="1" i="0" u="none" strike="noStrike" cap="none" dirty="0">
                <a:solidFill>
                  <a:srgbClr val="31859B"/>
                </a:solidFill>
                <a:latin typeface="Times New Roman"/>
                <a:ea typeface="Times New Roman"/>
                <a:cs typeface="Times New Roman"/>
                <a:sym typeface="Times New Roman"/>
              </a:rPr>
              <a:t>Date: 02-06-2026</a:t>
            </a:r>
            <a:endParaRPr sz="1800" b="0" i="0" u="none" strike="noStrike" cap="none" dirty="0">
              <a:solidFill>
                <a:srgbClr val="31859B"/>
              </a:solidFill>
              <a:latin typeface="Times New Roman"/>
              <a:ea typeface="Times New Roman"/>
              <a:cs typeface="Times New Roman"/>
              <a:sym typeface="Times New Roman"/>
            </a:endParaRPr>
          </a:p>
        </p:txBody>
      </p:sp>
      <p:sp>
        <p:nvSpPr>
          <p:cNvPr id="78" name="Google Shape;78;p1"/>
          <p:cNvSpPr txBox="1"/>
          <p:nvPr/>
        </p:nvSpPr>
        <p:spPr>
          <a:xfrm>
            <a:off x="2046811" y="4456329"/>
            <a:ext cx="4839764" cy="2273087"/>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IN" sz="2000" b="1" i="0" u="sng" strike="noStrike" cap="none" dirty="0">
                <a:solidFill>
                  <a:srgbClr val="000000"/>
                </a:solidFill>
                <a:latin typeface="Times New Roman"/>
                <a:ea typeface="Times New Roman"/>
                <a:cs typeface="Times New Roman"/>
                <a:sym typeface="Times New Roman"/>
              </a:rPr>
              <a:t>Team Members</a:t>
            </a:r>
            <a:endParaRPr dirty="0"/>
          </a:p>
          <a:p>
            <a:pPr marL="457200" marR="0" lvl="0" indent="-457200" algn="l" rtl="0">
              <a:lnSpc>
                <a:spcPct val="100000"/>
              </a:lnSpc>
              <a:spcBef>
                <a:spcPts val="0"/>
              </a:spcBef>
              <a:spcAft>
                <a:spcPts val="0"/>
              </a:spcAft>
              <a:buClr>
                <a:srgbClr val="000000"/>
              </a:buClr>
              <a:buSzPts val="2000"/>
              <a:buFont typeface="Arial"/>
              <a:buAutoNum type="arabicPeriod"/>
            </a:pPr>
            <a:r>
              <a:rPr lang="en-IN" sz="2000" u="sng" dirty="0">
                <a:latin typeface="Times New Roman"/>
                <a:ea typeface="Times New Roman"/>
                <a:cs typeface="Times New Roman"/>
                <a:sym typeface="Times New Roman"/>
              </a:rPr>
              <a:t>A.ANSHULA</a:t>
            </a:r>
            <a:r>
              <a:rPr lang="en-IN" sz="2000" b="0" i="0" u="sng" strike="noStrike" cap="none" dirty="0">
                <a:solidFill>
                  <a:srgbClr val="000000"/>
                </a:solidFill>
                <a:latin typeface="Times New Roman"/>
                <a:ea typeface="Times New Roman"/>
                <a:cs typeface="Times New Roman"/>
                <a:sym typeface="Times New Roman"/>
              </a:rPr>
              <a:t> – </a:t>
            </a:r>
            <a:r>
              <a:rPr lang="en-US" sz="2000" u="sng" dirty="0">
                <a:latin typeface="Times New Roman"/>
                <a:ea typeface="Times New Roman"/>
                <a:cs typeface="Times New Roman"/>
                <a:sym typeface="Times New Roman"/>
              </a:rPr>
              <a:t>24BD1A05C1</a:t>
            </a:r>
            <a:endParaRPr dirty="0"/>
          </a:p>
          <a:p>
            <a:pPr marL="457200" lvl="0" indent="-457200">
              <a:buSzPts val="2000"/>
              <a:buFont typeface="Arial"/>
              <a:buAutoNum type="arabicPeriod"/>
            </a:pPr>
            <a:r>
              <a:rPr lang="en-IN" sz="2000" u="sng" dirty="0">
                <a:latin typeface="Times New Roman"/>
                <a:ea typeface="Times New Roman"/>
                <a:cs typeface="Times New Roman"/>
                <a:sym typeface="Times New Roman"/>
              </a:rPr>
              <a:t>ISHIKA SHETTY – 24BD1A668K</a:t>
            </a:r>
            <a:endParaRPr lang="en-IN" sz="2000" dirty="0"/>
          </a:p>
          <a:p>
            <a:pPr marL="457200" lvl="0" indent="-457200">
              <a:buSzPts val="2000"/>
              <a:buFont typeface="Arial"/>
              <a:buAutoNum type="arabicPeriod"/>
            </a:pPr>
            <a:r>
              <a:rPr lang="en-IN" sz="2000" u="sng" dirty="0">
                <a:latin typeface="Times New Roman"/>
                <a:ea typeface="Times New Roman"/>
                <a:cs typeface="Times New Roman"/>
                <a:sym typeface="Times New Roman"/>
              </a:rPr>
              <a:t>P.BHAVITHA – 24BD1A669C</a:t>
            </a:r>
            <a:endParaRPr lang="en-IN" sz="2000" dirty="0"/>
          </a:p>
          <a:p>
            <a:pPr marL="457200" lvl="0" indent="-457200">
              <a:buSzPts val="2000"/>
              <a:buFont typeface="Arial"/>
              <a:buAutoNum type="arabicPeriod"/>
            </a:pPr>
            <a:r>
              <a:rPr lang="en-IN" sz="2000" u="sng" dirty="0">
                <a:latin typeface="Times New Roman"/>
                <a:ea typeface="Times New Roman"/>
                <a:cs typeface="Times New Roman"/>
                <a:sym typeface="Times New Roman"/>
              </a:rPr>
              <a:t>P.LIKITHA – 24BD1A669B</a:t>
            </a:r>
          </a:p>
          <a:p>
            <a:pPr marL="457200" lvl="0" indent="-457200">
              <a:buSzPts val="2000"/>
              <a:buFont typeface="Arial"/>
              <a:buAutoNum type="arabicPeriod"/>
            </a:pPr>
            <a:r>
              <a:rPr lang="en-IN" sz="2000" u="sng" dirty="0">
                <a:latin typeface="Times New Roman"/>
                <a:ea typeface="Times New Roman"/>
                <a:cs typeface="Times New Roman"/>
                <a:sym typeface="Times New Roman"/>
              </a:rPr>
              <a:t>P</a:t>
            </a:r>
            <a:r>
              <a:rPr lang="en-IN" sz="2000" u="sng">
                <a:latin typeface="Times New Roman"/>
                <a:ea typeface="Times New Roman"/>
                <a:cs typeface="Times New Roman"/>
                <a:sym typeface="Times New Roman"/>
              </a:rPr>
              <a:t>.RASHMITHA-24BD1A669D</a:t>
            </a:r>
            <a:endParaRPr lang="en-IN" sz="2000" u="sng" dirty="0">
              <a:latin typeface="Times New Roman"/>
              <a:ea typeface="Times New Roman"/>
              <a:cs typeface="Times New Roman"/>
              <a:sym typeface="Times New Roman"/>
            </a:endParaRPr>
          </a:p>
          <a:p>
            <a:pPr marL="457200" lvl="0" indent="-457200">
              <a:buSzPts val="2000"/>
              <a:buFont typeface="Arial"/>
              <a:buAutoNum type="arabicPeriod"/>
            </a:pPr>
            <a:endParaRPr lang="en-IN" sz="2000" dirty="0"/>
          </a:p>
          <a:p>
            <a:pPr marL="457200" marR="0" lvl="0" indent="-330200" algn="ctr" rtl="0">
              <a:lnSpc>
                <a:spcPct val="100000"/>
              </a:lnSpc>
              <a:spcBef>
                <a:spcPts val="0"/>
              </a:spcBef>
              <a:spcAft>
                <a:spcPts val="0"/>
              </a:spcAft>
              <a:buClr>
                <a:srgbClr val="000000"/>
              </a:buClr>
              <a:buSzPts val="2000"/>
              <a:buFont typeface="Arial"/>
              <a:buNone/>
            </a:pPr>
            <a:endParaRPr sz="2000" b="0" i="0" u="sng" strike="noStrike" cap="none" dirty="0">
              <a:solidFill>
                <a:srgbClr val="000000"/>
              </a:solidFill>
              <a:latin typeface="Times New Roman"/>
              <a:ea typeface="Times New Roman"/>
              <a:cs typeface="Times New Roman"/>
              <a:sym typeface="Times New Roman"/>
            </a:endParaRPr>
          </a:p>
        </p:txBody>
      </p:sp>
      <p:sp>
        <p:nvSpPr>
          <p:cNvPr id="79" name="Google Shape;79;p1"/>
          <p:cNvSpPr txBox="1"/>
          <p:nvPr/>
        </p:nvSpPr>
        <p:spPr>
          <a:xfrm>
            <a:off x="7028383" y="4456330"/>
            <a:ext cx="4610100" cy="2273086"/>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IN" sz="2000" b="1" i="0" u="sng" strike="noStrike" cap="none" dirty="0">
                <a:solidFill>
                  <a:srgbClr val="000000"/>
                </a:solidFill>
                <a:latin typeface="Times New Roman"/>
                <a:ea typeface="Times New Roman"/>
                <a:cs typeface="Times New Roman"/>
                <a:sym typeface="Times New Roman"/>
              </a:rPr>
              <a:t>Mentors</a:t>
            </a:r>
            <a:endParaRPr dirty="0"/>
          </a:p>
          <a:p>
            <a:pPr marL="457200" marR="0" lvl="0" indent="-457200" algn="l" rtl="0">
              <a:lnSpc>
                <a:spcPct val="100000"/>
              </a:lnSpc>
              <a:spcBef>
                <a:spcPts val="0"/>
              </a:spcBef>
              <a:spcAft>
                <a:spcPts val="0"/>
              </a:spcAft>
              <a:buClr>
                <a:srgbClr val="000000"/>
              </a:buClr>
              <a:buSzPts val="2000"/>
              <a:buFont typeface="Arial"/>
              <a:buAutoNum type="arabicPeriod"/>
            </a:pPr>
            <a:r>
              <a:rPr lang="en-IN" sz="2000" u="sng" dirty="0">
                <a:latin typeface="Times New Roman"/>
                <a:ea typeface="Times New Roman"/>
                <a:cs typeface="Times New Roman"/>
                <a:sym typeface="Times New Roman"/>
              </a:rPr>
              <a:t>Ms. </a:t>
            </a:r>
            <a:r>
              <a:rPr lang="en-IN" sz="2000" u="sng" dirty="0" err="1">
                <a:latin typeface="Times New Roman"/>
                <a:ea typeface="Times New Roman"/>
                <a:cs typeface="Times New Roman"/>
                <a:sym typeface="Times New Roman"/>
              </a:rPr>
              <a:t>G.Swetha</a:t>
            </a:r>
            <a:r>
              <a:rPr lang="en-IN" sz="2000" u="sng" dirty="0">
                <a:latin typeface="Times New Roman"/>
                <a:ea typeface="Times New Roman"/>
                <a:cs typeface="Times New Roman"/>
                <a:sym typeface="Times New Roman"/>
              </a:rPr>
              <a:t> Goud</a:t>
            </a:r>
            <a:endParaRPr sz="2000" b="0" i="0" u="sng"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txBox="1"/>
          <p:nvPr/>
        </p:nvSpPr>
        <p:spPr>
          <a:xfrm>
            <a:off x="882944" y="261176"/>
            <a:ext cx="10426111"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200"/>
              <a:buFont typeface="Arial"/>
              <a:buNone/>
            </a:pPr>
            <a:r>
              <a:rPr lang="en-IN" sz="3200" b="1" i="0" u="none" strike="noStrike" cap="none">
                <a:solidFill>
                  <a:srgbClr val="FF0000"/>
                </a:solidFill>
                <a:latin typeface="Arial"/>
                <a:ea typeface="Arial"/>
                <a:cs typeface="Arial"/>
                <a:sym typeface="Arial"/>
              </a:rPr>
              <a:t>CONTENTS</a:t>
            </a:r>
            <a:endParaRPr/>
          </a:p>
        </p:txBody>
      </p:sp>
      <p:sp>
        <p:nvSpPr>
          <p:cNvPr id="85" name="Google Shape;85;p2"/>
          <p:cNvSpPr txBox="1"/>
          <p:nvPr/>
        </p:nvSpPr>
        <p:spPr>
          <a:xfrm>
            <a:off x="962965" y="845951"/>
            <a:ext cx="10266067" cy="5078273"/>
          </a:xfrm>
          <a:prstGeom prst="rect">
            <a:avLst/>
          </a:prstGeom>
          <a:noFill/>
          <a:ln>
            <a:noFill/>
          </a:ln>
        </p:spPr>
        <p:txBody>
          <a:bodyPr spcFirstLastPara="1" wrap="square" lIns="91425" tIns="45700" rIns="91425" bIns="45700" anchor="t" anchorCtr="0">
            <a:spAutoFit/>
          </a:bodyPr>
          <a:lstStyle/>
          <a:p>
            <a:pPr marL="457200" marR="0" lvl="0" indent="-457200" algn="l" rtl="0">
              <a:lnSpc>
                <a:spcPct val="150000"/>
              </a:lnSpc>
              <a:spcBef>
                <a:spcPts val="0"/>
              </a:spcBef>
              <a:spcAft>
                <a:spcPts val="0"/>
              </a:spcAft>
              <a:buClr>
                <a:schemeClr val="dk1"/>
              </a:buClr>
              <a:buSzPts val="2400"/>
              <a:buFont typeface="Arial"/>
              <a:buAutoNum type="arabicPeriod"/>
            </a:pPr>
            <a:r>
              <a:rPr lang="en-IN" sz="2400" b="0" i="0" u="none" strike="noStrike" cap="none" dirty="0">
                <a:solidFill>
                  <a:schemeClr val="dk1"/>
                </a:solidFill>
                <a:latin typeface="Arial"/>
                <a:ea typeface="Arial"/>
                <a:cs typeface="Arial"/>
                <a:sym typeface="Arial"/>
              </a:rPr>
              <a:t>Title Slide</a:t>
            </a:r>
            <a:endParaRPr dirty="0"/>
          </a:p>
          <a:p>
            <a:pPr marL="457200" marR="0" lvl="0" indent="-457200" algn="l" rtl="0">
              <a:lnSpc>
                <a:spcPct val="150000"/>
              </a:lnSpc>
              <a:spcBef>
                <a:spcPts val="0"/>
              </a:spcBef>
              <a:spcAft>
                <a:spcPts val="0"/>
              </a:spcAft>
              <a:buClr>
                <a:schemeClr val="dk1"/>
              </a:buClr>
              <a:buSzPts val="2400"/>
              <a:buFont typeface="Arial"/>
              <a:buAutoNum type="arabicPeriod"/>
            </a:pPr>
            <a:r>
              <a:rPr lang="en-IN" sz="2400" dirty="0">
                <a:solidFill>
                  <a:schemeClr val="dk1"/>
                </a:solidFill>
              </a:rPr>
              <a:t>Project Overview</a:t>
            </a:r>
            <a:endParaRPr dirty="0"/>
          </a:p>
          <a:p>
            <a:pPr marL="457200" marR="0" lvl="0" indent="-457200" algn="l" rtl="0">
              <a:lnSpc>
                <a:spcPct val="150000"/>
              </a:lnSpc>
              <a:spcBef>
                <a:spcPts val="0"/>
              </a:spcBef>
              <a:spcAft>
                <a:spcPts val="0"/>
              </a:spcAft>
              <a:buClr>
                <a:schemeClr val="dk1"/>
              </a:buClr>
              <a:buSzPts val="2400"/>
              <a:buFont typeface="Arial"/>
              <a:buAutoNum type="arabicPeriod"/>
            </a:pPr>
            <a:r>
              <a:rPr lang="en-IN" sz="2400" b="0" i="0" u="none" strike="noStrike" cap="none" dirty="0">
                <a:solidFill>
                  <a:schemeClr val="dk1"/>
                </a:solidFill>
                <a:latin typeface="Arial"/>
                <a:ea typeface="Arial"/>
                <a:cs typeface="Arial"/>
                <a:sym typeface="Arial"/>
              </a:rPr>
              <a:t>Introduction</a:t>
            </a:r>
            <a:endParaRPr dirty="0"/>
          </a:p>
          <a:p>
            <a:pPr marL="457200" marR="0" lvl="0" indent="-457200" algn="l" rtl="0">
              <a:lnSpc>
                <a:spcPct val="150000"/>
              </a:lnSpc>
              <a:spcBef>
                <a:spcPts val="0"/>
              </a:spcBef>
              <a:spcAft>
                <a:spcPts val="0"/>
              </a:spcAft>
              <a:buClr>
                <a:schemeClr val="dk1"/>
              </a:buClr>
              <a:buSzPts val="2400"/>
              <a:buFont typeface="Arial"/>
              <a:buAutoNum type="arabicPeriod"/>
            </a:pPr>
            <a:r>
              <a:rPr lang="en-IN" sz="2400" b="0" i="0" u="none" strike="noStrike" cap="none" dirty="0">
                <a:solidFill>
                  <a:schemeClr val="dk1"/>
                </a:solidFill>
                <a:latin typeface="Arial"/>
                <a:ea typeface="Arial"/>
                <a:cs typeface="Arial"/>
                <a:sym typeface="Arial"/>
              </a:rPr>
              <a:t>Requirement</a:t>
            </a:r>
            <a:endParaRPr dirty="0"/>
          </a:p>
          <a:p>
            <a:pPr marL="457200" marR="0" lvl="0" indent="-457200" algn="l" rtl="0">
              <a:lnSpc>
                <a:spcPct val="150000"/>
              </a:lnSpc>
              <a:spcBef>
                <a:spcPts val="0"/>
              </a:spcBef>
              <a:spcAft>
                <a:spcPts val="0"/>
              </a:spcAft>
              <a:buClr>
                <a:schemeClr val="dk1"/>
              </a:buClr>
              <a:buSzPts val="2400"/>
              <a:buFont typeface="Arial"/>
              <a:buAutoNum type="arabicPeriod"/>
            </a:pPr>
            <a:r>
              <a:rPr lang="en-IN" sz="2400" b="0" i="0" u="none" strike="noStrike" cap="none" dirty="0">
                <a:solidFill>
                  <a:schemeClr val="dk1"/>
                </a:solidFill>
                <a:latin typeface="Arial"/>
                <a:ea typeface="Arial"/>
                <a:cs typeface="Arial"/>
                <a:sym typeface="Arial"/>
              </a:rPr>
              <a:t>Design</a:t>
            </a:r>
            <a:endParaRPr dirty="0"/>
          </a:p>
          <a:p>
            <a:pPr marL="457200" marR="0" lvl="0" indent="-457200" algn="l" rtl="0">
              <a:lnSpc>
                <a:spcPct val="150000"/>
              </a:lnSpc>
              <a:spcBef>
                <a:spcPts val="0"/>
              </a:spcBef>
              <a:spcAft>
                <a:spcPts val="0"/>
              </a:spcAft>
              <a:buClr>
                <a:schemeClr val="dk1"/>
              </a:buClr>
              <a:buSzPts val="2400"/>
              <a:buFont typeface="Arial"/>
              <a:buAutoNum type="arabicPeriod"/>
            </a:pPr>
            <a:r>
              <a:rPr lang="en-IN" sz="2400" b="0" i="0" u="none" strike="noStrike" cap="none" dirty="0">
                <a:solidFill>
                  <a:schemeClr val="dk1"/>
                </a:solidFill>
                <a:latin typeface="Arial"/>
                <a:ea typeface="Arial"/>
                <a:cs typeface="Arial"/>
                <a:sym typeface="Arial"/>
              </a:rPr>
              <a:t>Development</a:t>
            </a:r>
            <a:endParaRPr dirty="0"/>
          </a:p>
          <a:p>
            <a:pPr marL="457200" marR="0" lvl="0" indent="-457200" algn="l" rtl="0">
              <a:lnSpc>
                <a:spcPct val="150000"/>
              </a:lnSpc>
              <a:spcBef>
                <a:spcPts val="0"/>
              </a:spcBef>
              <a:spcAft>
                <a:spcPts val="0"/>
              </a:spcAft>
              <a:buClr>
                <a:schemeClr val="dk1"/>
              </a:buClr>
              <a:buSzPts val="2400"/>
              <a:buFont typeface="Arial"/>
              <a:buAutoNum type="arabicPeriod"/>
            </a:pPr>
            <a:r>
              <a:rPr lang="en-IN" sz="2400" b="0" i="0" u="none" strike="noStrike" cap="none" dirty="0">
                <a:solidFill>
                  <a:schemeClr val="dk1"/>
                </a:solidFill>
                <a:latin typeface="Arial"/>
                <a:ea typeface="Arial"/>
                <a:cs typeface="Arial"/>
                <a:sym typeface="Arial"/>
              </a:rPr>
              <a:t>Project Outcome</a:t>
            </a:r>
            <a:endParaRPr dirty="0"/>
          </a:p>
          <a:p>
            <a:pPr marL="457200" marR="0" lvl="0" indent="-457200" algn="l" rtl="0">
              <a:lnSpc>
                <a:spcPct val="150000"/>
              </a:lnSpc>
              <a:spcBef>
                <a:spcPts val="0"/>
              </a:spcBef>
              <a:spcAft>
                <a:spcPts val="0"/>
              </a:spcAft>
              <a:buClr>
                <a:schemeClr val="dk1"/>
              </a:buClr>
              <a:buSzPts val="2400"/>
              <a:buFont typeface="Arial"/>
              <a:buAutoNum type="arabicPeriod"/>
            </a:pPr>
            <a:r>
              <a:rPr lang="en-IN" sz="2400" b="0" i="0" u="none" strike="noStrike" cap="none" dirty="0">
                <a:solidFill>
                  <a:schemeClr val="dk1"/>
                </a:solidFill>
                <a:latin typeface="Arial"/>
                <a:ea typeface="Arial"/>
                <a:cs typeface="Arial"/>
                <a:sym typeface="Arial"/>
              </a:rPr>
              <a:t>Conclusion</a:t>
            </a:r>
            <a:endParaRPr dirty="0"/>
          </a:p>
          <a:p>
            <a:pPr marL="457200" marR="0" lvl="0" indent="-457200" algn="l" rtl="0">
              <a:lnSpc>
                <a:spcPct val="150000"/>
              </a:lnSpc>
              <a:spcBef>
                <a:spcPts val="0"/>
              </a:spcBef>
              <a:spcAft>
                <a:spcPts val="0"/>
              </a:spcAft>
              <a:buClr>
                <a:schemeClr val="dk1"/>
              </a:buClr>
              <a:buSzPts val="2400"/>
              <a:buFont typeface="Arial"/>
              <a:buAutoNum type="arabicPeriod"/>
            </a:pPr>
            <a:r>
              <a:rPr lang="en-IN" sz="2400" b="0" i="0" u="none" strike="noStrike" cap="none" dirty="0">
                <a:solidFill>
                  <a:schemeClr val="dk1"/>
                </a:solidFill>
                <a:latin typeface="Arial"/>
                <a:ea typeface="Arial"/>
                <a:cs typeface="Arial"/>
                <a:sym typeface="Arial"/>
              </a:rPr>
              <a:t>Thank you!</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3"/>
          <p:cNvSpPr txBox="1"/>
          <p:nvPr/>
        </p:nvSpPr>
        <p:spPr>
          <a:xfrm>
            <a:off x="882944" y="261176"/>
            <a:ext cx="1042611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i="0" u="none" strike="noStrike" cap="none">
                <a:solidFill>
                  <a:srgbClr val="FF0000"/>
                </a:solidFill>
                <a:latin typeface="Arial"/>
                <a:ea typeface="Arial"/>
                <a:cs typeface="Arial"/>
                <a:sym typeface="Arial"/>
              </a:rPr>
              <a:t>INTRODUCTION</a:t>
            </a:r>
            <a:endParaRPr sz="3200" b="0" i="0" u="none" strike="noStrike" cap="none">
              <a:solidFill>
                <a:schemeClr val="dk1"/>
              </a:solidFill>
              <a:latin typeface="Arial"/>
              <a:ea typeface="Arial"/>
              <a:cs typeface="Arial"/>
              <a:sym typeface="Arial"/>
            </a:endParaRPr>
          </a:p>
        </p:txBody>
      </p:sp>
      <p:sp>
        <p:nvSpPr>
          <p:cNvPr id="91" name="Google Shape;91;p3"/>
          <p:cNvSpPr txBox="1"/>
          <p:nvPr/>
        </p:nvSpPr>
        <p:spPr>
          <a:xfrm>
            <a:off x="609600" y="762000"/>
            <a:ext cx="11393805" cy="5606224"/>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Clr>
                <a:schemeClr val="dk1"/>
              </a:buClr>
              <a:buSzPts val="2800"/>
              <a:buFont typeface="Arial"/>
              <a:buNone/>
            </a:pPr>
            <a:r>
              <a:rPr lang="en-IN" sz="2800" b="1" i="0" u="none" strike="noStrike" cap="none" dirty="0">
                <a:solidFill>
                  <a:schemeClr val="dk1"/>
                </a:solidFill>
                <a:latin typeface="Times New Roman"/>
                <a:ea typeface="Times New Roman"/>
                <a:cs typeface="Times New Roman"/>
                <a:sym typeface="Times New Roman"/>
              </a:rPr>
              <a:t>Problem Statement</a:t>
            </a:r>
            <a:endParaRPr dirty="0"/>
          </a:p>
          <a:p>
            <a:pPr lvl="0"/>
            <a:r>
              <a:rPr lang="en-US" sz="2000" dirty="0">
                <a:solidFill>
                  <a:schemeClr val="dk1"/>
                </a:solidFill>
                <a:latin typeface="Times New Roman"/>
                <a:ea typeface="Times New Roman"/>
                <a:cs typeface="Times New Roman"/>
                <a:sym typeface="Times New Roman"/>
              </a:rPr>
              <a:t>Students and teachers often spend a lot of time creating quizzes manually from notes, topics, PDFs, and online resources. Existing quiz tools may generate questions, but they often lack personalized feedback, progress tracking, revision support, and teacher-level insights.</a:t>
            </a:r>
            <a:r>
              <a:rPr lang="en-IN" sz="2000" b="0" i="0" u="none" strike="noStrike" cap="none" dirty="0">
                <a:solidFill>
                  <a:schemeClr val="dk1"/>
                </a:solidFill>
                <a:latin typeface="Times New Roman"/>
                <a:ea typeface="Times New Roman"/>
                <a:cs typeface="Times New Roman"/>
                <a:sym typeface="Times New Roman"/>
              </a:rPr>
              <a:t>.</a:t>
            </a:r>
            <a:endParaRPr dirty="0"/>
          </a:p>
          <a:p>
            <a:pPr marL="0" marR="0" lvl="0" indent="0" algn="l" rtl="0">
              <a:lnSpc>
                <a:spcPct val="150000"/>
              </a:lnSpc>
              <a:spcBef>
                <a:spcPts val="0"/>
              </a:spcBef>
              <a:spcAft>
                <a:spcPts val="0"/>
              </a:spcAft>
              <a:buNone/>
            </a:pPr>
            <a:r>
              <a:rPr lang="en-IN" sz="2800" b="1" dirty="0">
                <a:solidFill>
                  <a:schemeClr val="dk1"/>
                </a:solidFill>
                <a:latin typeface="Times New Roman"/>
                <a:ea typeface="Times New Roman"/>
                <a:cs typeface="Times New Roman"/>
                <a:sym typeface="Times New Roman"/>
              </a:rPr>
              <a:t>Purpose</a:t>
            </a:r>
            <a:endParaRPr dirty="0"/>
          </a:p>
          <a:p>
            <a:pPr lvl="0"/>
            <a:r>
              <a:rPr lang="en-US" sz="2000" dirty="0">
                <a:solidFill>
                  <a:schemeClr val="dk1"/>
                </a:solidFill>
                <a:latin typeface="Times New Roman"/>
                <a:ea typeface="Times New Roman"/>
                <a:cs typeface="Times New Roman"/>
                <a:sym typeface="Times New Roman"/>
              </a:rPr>
              <a:t>Develop an AI-powered web platform that automatically generates quizzes from topics, PDF files, and URLs. </a:t>
            </a:r>
            <a:r>
              <a:rPr lang="en-US" sz="2000" dirty="0" err="1">
                <a:solidFill>
                  <a:schemeClr val="dk1"/>
                </a:solidFill>
                <a:latin typeface="Times New Roman"/>
                <a:ea typeface="Times New Roman"/>
                <a:cs typeface="Times New Roman"/>
                <a:sym typeface="Times New Roman"/>
              </a:rPr>
              <a:t>Quizzy</a:t>
            </a:r>
            <a:r>
              <a:rPr lang="en-US" sz="2000" dirty="0">
                <a:solidFill>
                  <a:schemeClr val="dk1"/>
                </a:solidFill>
                <a:latin typeface="Times New Roman"/>
                <a:ea typeface="Times New Roman"/>
                <a:cs typeface="Times New Roman"/>
                <a:sym typeface="Times New Roman"/>
              </a:rPr>
              <a:t> helps students practice effectively with instant evaluation, explanations, flashcards, and progress analytics.</a:t>
            </a:r>
          </a:p>
          <a:p>
            <a:pPr lvl="0">
              <a:lnSpc>
                <a:spcPct val="150000"/>
              </a:lnSpc>
            </a:pPr>
            <a:r>
              <a:rPr lang="en-IN" sz="2800" b="1" dirty="0">
                <a:solidFill>
                  <a:schemeClr val="dk1"/>
                </a:solidFill>
                <a:latin typeface="Times New Roman"/>
                <a:ea typeface="Times New Roman"/>
                <a:cs typeface="Times New Roman"/>
                <a:sym typeface="Times New Roman"/>
              </a:rPr>
              <a:t>Objectives</a:t>
            </a:r>
            <a:endParaRPr dirty="0"/>
          </a:p>
          <a:p>
            <a:pPr marL="342900" lvl="0" indent="-342900">
              <a:buClr>
                <a:schemeClr val="dk1"/>
              </a:buClr>
              <a:buSzPts val="2000"/>
              <a:buFont typeface="Arial"/>
              <a:buChar char="•"/>
            </a:pPr>
            <a:r>
              <a:rPr lang="en-US" sz="1800" dirty="0">
                <a:solidFill>
                  <a:schemeClr val="dk1"/>
                </a:solidFill>
                <a:latin typeface="Times New Roman"/>
                <a:ea typeface="Times New Roman"/>
                <a:cs typeface="Times New Roman"/>
                <a:sym typeface="Times New Roman"/>
              </a:rPr>
              <a:t>Generate quizzes automatically from topics, PDFs, and URLs.</a:t>
            </a:r>
          </a:p>
          <a:p>
            <a:pPr marL="342900" lvl="0" indent="-342900">
              <a:buClr>
                <a:schemeClr val="dk1"/>
              </a:buClr>
              <a:buSzPts val="2000"/>
              <a:buFont typeface="Arial"/>
              <a:buChar char="•"/>
            </a:pPr>
            <a:endParaRPr lang="en-US" sz="1800" dirty="0">
              <a:solidFill>
                <a:schemeClr val="dk1"/>
              </a:solidFill>
              <a:latin typeface="Times New Roman"/>
              <a:ea typeface="Times New Roman"/>
              <a:cs typeface="Times New Roman"/>
              <a:sym typeface="Times New Roman"/>
            </a:endParaRPr>
          </a:p>
          <a:p>
            <a:pPr marL="342900" lvl="0" indent="-342900">
              <a:buClr>
                <a:schemeClr val="dk1"/>
              </a:buClr>
              <a:buSzPts val="2000"/>
              <a:buFont typeface="Arial"/>
              <a:buChar char="•"/>
            </a:pPr>
            <a:r>
              <a:rPr lang="en-US" sz="1800" dirty="0">
                <a:solidFill>
                  <a:schemeClr val="dk1"/>
                </a:solidFill>
                <a:latin typeface="Times New Roman"/>
                <a:ea typeface="Times New Roman"/>
                <a:cs typeface="Times New Roman"/>
                <a:sym typeface="Times New Roman"/>
              </a:rPr>
              <a:t>Provide instant scores, explanations, recommendations, and flashcards for revision.</a:t>
            </a:r>
          </a:p>
          <a:p>
            <a:pPr marL="342900" lvl="0" indent="-342900">
              <a:buClr>
                <a:schemeClr val="dk1"/>
              </a:buClr>
              <a:buSzPts val="2000"/>
              <a:buFont typeface="Arial"/>
              <a:buChar char="•"/>
            </a:pPr>
            <a:endParaRPr lang="en-US" sz="1800" dirty="0">
              <a:solidFill>
                <a:schemeClr val="dk1"/>
              </a:solidFill>
              <a:latin typeface="Times New Roman"/>
              <a:ea typeface="Times New Roman"/>
              <a:cs typeface="Times New Roman"/>
              <a:sym typeface="Times New Roman"/>
            </a:endParaRPr>
          </a:p>
          <a:p>
            <a:pPr marL="342900" lvl="0" indent="-342900">
              <a:buClr>
                <a:schemeClr val="dk1"/>
              </a:buClr>
              <a:buSzPts val="2000"/>
              <a:buFont typeface="Arial"/>
              <a:buChar char="•"/>
            </a:pPr>
            <a:r>
              <a:rPr lang="en-US" sz="1800" dirty="0">
                <a:solidFill>
                  <a:schemeClr val="dk1"/>
                </a:solidFill>
                <a:latin typeface="Times New Roman"/>
                <a:ea typeface="Times New Roman"/>
                <a:cs typeface="Times New Roman"/>
                <a:sym typeface="Times New Roman"/>
              </a:rPr>
              <a:t>Support students and teachers with dashboards, progress tracking, leaderboard ranking, and Brain Lab activities.</a:t>
            </a:r>
            <a:endParaRPr sz="18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4"/>
          <p:cNvSpPr txBox="1"/>
          <p:nvPr/>
        </p:nvSpPr>
        <p:spPr>
          <a:xfrm>
            <a:off x="882944" y="261176"/>
            <a:ext cx="1042611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i="0" u="none" strike="noStrike" cap="none">
                <a:solidFill>
                  <a:srgbClr val="FF0000"/>
                </a:solidFill>
                <a:latin typeface="Arial"/>
                <a:ea typeface="Arial"/>
                <a:cs typeface="Arial"/>
                <a:sym typeface="Arial"/>
              </a:rPr>
              <a:t>REQUIREMENT</a:t>
            </a:r>
            <a:endParaRPr sz="3200">
              <a:solidFill>
                <a:schemeClr val="dk1"/>
              </a:solidFill>
              <a:latin typeface="Arial"/>
              <a:ea typeface="Arial"/>
              <a:cs typeface="Arial"/>
              <a:sym typeface="Arial"/>
            </a:endParaRPr>
          </a:p>
        </p:txBody>
      </p:sp>
      <p:sp>
        <p:nvSpPr>
          <p:cNvPr id="97" name="Google Shape;97;p4"/>
          <p:cNvSpPr txBox="1"/>
          <p:nvPr/>
        </p:nvSpPr>
        <p:spPr>
          <a:xfrm>
            <a:off x="962976" y="845951"/>
            <a:ext cx="10266045" cy="5865434"/>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dk1"/>
              </a:buClr>
              <a:buSzPts val="2800"/>
              <a:buFont typeface="Arial"/>
              <a:buNone/>
            </a:pPr>
            <a:r>
              <a:rPr lang="en-IN" sz="2800" b="1" dirty="0">
                <a:solidFill>
                  <a:schemeClr val="dk1"/>
                </a:solidFill>
                <a:latin typeface="Arial"/>
                <a:ea typeface="Arial"/>
                <a:cs typeface="Arial"/>
                <a:sym typeface="Arial"/>
              </a:rPr>
              <a:t>Functional Requirements</a:t>
            </a:r>
            <a:endParaRPr dirty="0"/>
          </a:p>
          <a:p>
            <a:pPr marL="180000" lvl="0" indent="-342900">
              <a:buClr>
                <a:schemeClr val="dk1"/>
              </a:buClr>
              <a:buSzPts val="2000"/>
              <a:buFont typeface="Arial"/>
              <a:buChar char="•"/>
            </a:pPr>
            <a:r>
              <a:rPr lang="en-IN" sz="1600" dirty="0">
                <a:solidFill>
                  <a:schemeClr val="dk1"/>
                </a:solidFill>
                <a:latin typeface="Times New Roman"/>
                <a:ea typeface="Times New Roman"/>
                <a:cs typeface="Times New Roman"/>
                <a:sym typeface="Times New Roman"/>
              </a:rPr>
              <a:t>Allow users to register, login, and access personalized quiz features.</a:t>
            </a:r>
          </a:p>
          <a:p>
            <a:pPr marL="180000" lvl="0" indent="-342900">
              <a:buClr>
                <a:schemeClr val="dk1"/>
              </a:buClr>
              <a:buSzPts val="2000"/>
              <a:buFont typeface="Arial"/>
              <a:buChar char="•"/>
            </a:pPr>
            <a:endParaRPr lang="en-IN" sz="1600" dirty="0">
              <a:solidFill>
                <a:schemeClr val="dk1"/>
              </a:solidFill>
              <a:latin typeface="Times New Roman"/>
              <a:ea typeface="Times New Roman"/>
              <a:cs typeface="Times New Roman"/>
              <a:sym typeface="Times New Roman"/>
            </a:endParaRPr>
          </a:p>
          <a:p>
            <a:pPr marL="180000" lvl="0" indent="-342900">
              <a:buClr>
                <a:schemeClr val="dk1"/>
              </a:buClr>
              <a:buSzPts val="2000"/>
              <a:buFont typeface="Arial"/>
              <a:buChar char="•"/>
            </a:pPr>
            <a:r>
              <a:rPr lang="en-IN" sz="1600" dirty="0">
                <a:solidFill>
                  <a:schemeClr val="dk1"/>
                </a:solidFill>
                <a:latin typeface="Times New Roman"/>
                <a:ea typeface="Times New Roman"/>
                <a:cs typeface="Times New Roman"/>
                <a:sym typeface="Times New Roman"/>
              </a:rPr>
              <a:t>Generate quizzes from topic input, uploaded PDF files, and web URLs.</a:t>
            </a:r>
          </a:p>
          <a:p>
            <a:pPr marL="180000" lvl="0" indent="-342900">
              <a:buClr>
                <a:schemeClr val="dk1"/>
              </a:buClr>
              <a:buSzPts val="2000"/>
              <a:buFont typeface="Arial"/>
              <a:buChar char="•"/>
            </a:pPr>
            <a:endParaRPr lang="en-IN" sz="1600" dirty="0">
              <a:solidFill>
                <a:schemeClr val="dk1"/>
              </a:solidFill>
              <a:latin typeface="Times New Roman"/>
              <a:ea typeface="Times New Roman"/>
              <a:cs typeface="Times New Roman"/>
              <a:sym typeface="Times New Roman"/>
            </a:endParaRPr>
          </a:p>
          <a:p>
            <a:pPr marL="180000" lvl="0" indent="-342900">
              <a:buClr>
                <a:schemeClr val="dk1"/>
              </a:buClr>
              <a:buSzPts val="2000"/>
              <a:buFont typeface="Arial"/>
              <a:buChar char="•"/>
            </a:pPr>
            <a:r>
              <a:rPr lang="en-IN" sz="1600" dirty="0">
                <a:solidFill>
                  <a:schemeClr val="dk1"/>
                </a:solidFill>
                <a:latin typeface="Times New Roman"/>
                <a:ea typeface="Times New Roman"/>
                <a:cs typeface="Times New Roman"/>
                <a:sym typeface="Times New Roman"/>
              </a:rPr>
              <a:t>Let users choose quiz settings such as difficulty, number of questions, question type, and timer.</a:t>
            </a:r>
          </a:p>
          <a:p>
            <a:pPr marL="180000" lvl="0" indent="-342900">
              <a:buClr>
                <a:schemeClr val="dk1"/>
              </a:buClr>
              <a:buSzPts val="2000"/>
              <a:buFont typeface="Arial"/>
              <a:buChar char="•"/>
            </a:pPr>
            <a:endParaRPr lang="en-IN" sz="1600" dirty="0">
              <a:solidFill>
                <a:schemeClr val="dk1"/>
              </a:solidFill>
              <a:latin typeface="Times New Roman"/>
              <a:ea typeface="Times New Roman"/>
              <a:cs typeface="Times New Roman"/>
              <a:sym typeface="Times New Roman"/>
            </a:endParaRPr>
          </a:p>
          <a:p>
            <a:pPr marL="180000" lvl="0" indent="-342900">
              <a:buClr>
                <a:schemeClr val="dk1"/>
              </a:buClr>
              <a:buSzPts val="2000"/>
              <a:buFont typeface="Arial"/>
              <a:buChar char="•"/>
            </a:pPr>
            <a:r>
              <a:rPr lang="en-IN" sz="1600" dirty="0">
                <a:solidFill>
                  <a:schemeClr val="dk1"/>
                </a:solidFill>
                <a:latin typeface="Times New Roman"/>
                <a:ea typeface="Times New Roman"/>
                <a:cs typeface="Times New Roman"/>
                <a:sym typeface="Times New Roman"/>
              </a:rPr>
              <a:t>Display quiz questions, collect answers, and evaluate responses instantly.</a:t>
            </a:r>
          </a:p>
          <a:p>
            <a:pPr marL="180000" lvl="0" indent="-342900">
              <a:buClr>
                <a:schemeClr val="dk1"/>
              </a:buClr>
              <a:buSzPts val="2000"/>
              <a:buFont typeface="Arial"/>
              <a:buChar char="•"/>
            </a:pPr>
            <a:endParaRPr lang="en-IN" sz="1600" dirty="0">
              <a:solidFill>
                <a:schemeClr val="dk1"/>
              </a:solidFill>
              <a:latin typeface="Times New Roman"/>
              <a:ea typeface="Times New Roman"/>
              <a:cs typeface="Times New Roman"/>
              <a:sym typeface="Times New Roman"/>
            </a:endParaRPr>
          </a:p>
          <a:p>
            <a:pPr marL="180000" lvl="0" indent="-342900">
              <a:buClr>
                <a:schemeClr val="dk1"/>
              </a:buClr>
              <a:buSzPts val="2000"/>
              <a:buFont typeface="Arial"/>
              <a:buChar char="•"/>
            </a:pPr>
            <a:r>
              <a:rPr lang="en-IN" sz="1600" dirty="0">
                <a:solidFill>
                  <a:schemeClr val="dk1"/>
                </a:solidFill>
                <a:latin typeface="Times New Roman"/>
                <a:ea typeface="Times New Roman"/>
                <a:cs typeface="Times New Roman"/>
                <a:sym typeface="Times New Roman"/>
              </a:rPr>
              <a:t>Provide scores, explanations, recommendations, flashcards, progress analytics, leaderboard, and teacher dashboard.</a:t>
            </a:r>
          </a:p>
          <a:p>
            <a:pPr lvl="0">
              <a:lnSpc>
                <a:spcPct val="150000"/>
              </a:lnSpc>
              <a:buClr>
                <a:schemeClr val="dk1"/>
              </a:buClr>
              <a:buSzPts val="2000"/>
            </a:pPr>
            <a:r>
              <a:rPr lang="en-IN" sz="2800" b="1" dirty="0">
                <a:solidFill>
                  <a:schemeClr val="dk1"/>
                </a:solidFill>
                <a:latin typeface="Times New Roman"/>
                <a:ea typeface="Times New Roman"/>
                <a:cs typeface="Times New Roman"/>
                <a:sym typeface="Times New Roman"/>
              </a:rPr>
              <a:t>Non-Functional Requirements</a:t>
            </a:r>
            <a:endParaRPr lang="en-US" sz="1600" dirty="0">
              <a:solidFill>
                <a:schemeClr val="dk1"/>
              </a:solidFill>
              <a:latin typeface="Times New Roman"/>
              <a:ea typeface="Times New Roman"/>
              <a:cs typeface="Times New Roman"/>
              <a:sym typeface="Times New Roman"/>
            </a:endParaRPr>
          </a:p>
          <a:p>
            <a:pPr marL="342900" lvl="0" indent="-342900">
              <a:buClr>
                <a:schemeClr val="dk1"/>
              </a:buClr>
              <a:buSzPts val="2000"/>
              <a:buFont typeface="Arial"/>
              <a:buChar char="•"/>
            </a:pPr>
            <a:r>
              <a:rPr lang="en-US" sz="1600" dirty="0">
                <a:solidFill>
                  <a:schemeClr val="dk1"/>
                </a:solidFill>
                <a:latin typeface="Times New Roman"/>
                <a:ea typeface="Times New Roman"/>
                <a:cs typeface="Times New Roman"/>
                <a:sym typeface="Times New Roman"/>
              </a:rPr>
              <a:t>Quiz generation and result evaluation should be fast, smooth, and user-friendly.</a:t>
            </a:r>
          </a:p>
          <a:p>
            <a:pPr lvl="0">
              <a:buClr>
                <a:schemeClr val="dk1"/>
              </a:buClr>
              <a:buSzPts val="2000"/>
            </a:pPr>
            <a:endParaRPr lang="en-US" sz="1600" dirty="0">
              <a:solidFill>
                <a:schemeClr val="dk1"/>
              </a:solidFill>
              <a:latin typeface="Times New Roman"/>
              <a:ea typeface="Times New Roman"/>
              <a:cs typeface="Times New Roman"/>
              <a:sym typeface="Times New Roman"/>
            </a:endParaRPr>
          </a:p>
          <a:p>
            <a:pPr marL="342900" lvl="0" indent="-342900">
              <a:buClr>
                <a:schemeClr val="dk1"/>
              </a:buClr>
              <a:buSzPts val="2000"/>
              <a:buFont typeface="Arial"/>
              <a:buChar char="•"/>
            </a:pPr>
            <a:r>
              <a:rPr lang="en-US" sz="1600" dirty="0">
                <a:solidFill>
                  <a:schemeClr val="dk1"/>
                </a:solidFill>
                <a:latin typeface="Times New Roman"/>
                <a:ea typeface="Times New Roman"/>
                <a:cs typeface="Times New Roman"/>
                <a:sym typeface="Times New Roman"/>
              </a:rPr>
              <a:t>User data, quiz history, and progress should be stored securely in the database.</a:t>
            </a:r>
          </a:p>
          <a:p>
            <a:pPr marL="342900" lvl="0" indent="-342900">
              <a:buClr>
                <a:schemeClr val="dk1"/>
              </a:buClr>
              <a:buSzPts val="2000"/>
              <a:buFont typeface="Arial"/>
              <a:buChar char="•"/>
            </a:pPr>
            <a:endParaRPr lang="en-US" sz="1600" dirty="0">
              <a:solidFill>
                <a:schemeClr val="dk1"/>
              </a:solidFill>
              <a:latin typeface="Times New Roman"/>
              <a:ea typeface="Times New Roman"/>
              <a:cs typeface="Times New Roman"/>
              <a:sym typeface="Times New Roman"/>
            </a:endParaRPr>
          </a:p>
          <a:p>
            <a:pPr marL="342900" lvl="0" indent="-342900">
              <a:buClr>
                <a:schemeClr val="dk1"/>
              </a:buClr>
              <a:buSzPts val="2000"/>
              <a:buFont typeface="Arial"/>
              <a:buChar char="•"/>
            </a:pPr>
            <a:r>
              <a:rPr lang="en-US" sz="1600" dirty="0">
                <a:solidFill>
                  <a:schemeClr val="dk1"/>
                </a:solidFill>
                <a:latin typeface="Times New Roman"/>
                <a:ea typeface="Times New Roman"/>
                <a:cs typeface="Times New Roman"/>
                <a:sym typeface="Times New Roman"/>
              </a:rPr>
              <a:t>The interface should be clean, readable, and easy to navigate.</a:t>
            </a:r>
          </a:p>
          <a:p>
            <a:pPr marL="342900" lvl="0" indent="-342900">
              <a:buClr>
                <a:schemeClr val="dk1"/>
              </a:buClr>
              <a:buSzPts val="2000"/>
              <a:buFont typeface="Arial"/>
              <a:buChar char="•"/>
            </a:pPr>
            <a:endParaRPr lang="en-US" sz="1600" dirty="0">
              <a:solidFill>
                <a:schemeClr val="dk1"/>
              </a:solidFill>
              <a:latin typeface="Times New Roman"/>
              <a:ea typeface="Times New Roman"/>
              <a:cs typeface="Times New Roman"/>
              <a:sym typeface="Times New Roman"/>
            </a:endParaRPr>
          </a:p>
          <a:p>
            <a:pPr marL="342900" lvl="0" indent="-342900">
              <a:buClr>
                <a:schemeClr val="dk1"/>
              </a:buClr>
              <a:buSzPts val="2000"/>
              <a:buFont typeface="Arial"/>
              <a:buChar char="•"/>
            </a:pPr>
            <a:r>
              <a:rPr lang="en-US" sz="1600" dirty="0">
                <a:solidFill>
                  <a:schemeClr val="dk1"/>
                </a:solidFill>
                <a:latin typeface="Times New Roman"/>
                <a:ea typeface="Times New Roman"/>
                <a:cs typeface="Times New Roman"/>
                <a:sym typeface="Times New Roman"/>
              </a:rPr>
              <a:t>The system should handle invalid inputs, missing files, and API errors gracefully.</a:t>
            </a:r>
            <a:r>
              <a:rPr lang="en-IN" sz="1600" dirty="0">
                <a:solidFill>
                  <a:schemeClr val="dk1"/>
                </a:solidFill>
                <a:latin typeface="Times New Roman"/>
                <a:ea typeface="Times New Roman"/>
                <a:cs typeface="Times New Roman"/>
                <a:sym typeface="Times New Roman"/>
              </a:rPr>
              <a:t>.</a:t>
            </a:r>
            <a:endParaRPr sz="1600" dirty="0"/>
          </a:p>
          <a:p>
            <a:pPr marL="0" marR="0" lvl="0" indent="0" algn="l" rtl="0">
              <a:lnSpc>
                <a:spcPct val="150000"/>
              </a:lnSpc>
              <a:spcBef>
                <a:spcPts val="0"/>
              </a:spcBef>
              <a:spcAft>
                <a:spcPts val="0"/>
              </a:spcAft>
              <a:buClr>
                <a:schemeClr val="dk1"/>
              </a:buClr>
              <a:buSzPts val="2800"/>
              <a:buFont typeface="Arial"/>
              <a:buNone/>
            </a:pPr>
            <a:endParaRPr sz="2800" b="1" dirty="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5"/>
          <p:cNvSpPr txBox="1"/>
          <p:nvPr/>
        </p:nvSpPr>
        <p:spPr>
          <a:xfrm>
            <a:off x="882944" y="152400"/>
            <a:ext cx="10426111"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200"/>
              <a:buFont typeface="Arial"/>
              <a:buNone/>
            </a:pPr>
            <a:r>
              <a:rPr lang="en-IN" sz="3200" b="1" i="0" u="none" strike="noStrike" cap="none">
                <a:solidFill>
                  <a:srgbClr val="FF0000"/>
                </a:solidFill>
                <a:latin typeface="Arial"/>
                <a:ea typeface="Arial"/>
                <a:cs typeface="Arial"/>
                <a:sym typeface="Arial"/>
              </a:rPr>
              <a:t>DESIGN </a:t>
            </a:r>
            <a:endParaRPr/>
          </a:p>
        </p:txBody>
      </p:sp>
      <p:sp>
        <p:nvSpPr>
          <p:cNvPr id="103" name="Google Shape;103;p5"/>
          <p:cNvSpPr txBox="1"/>
          <p:nvPr/>
        </p:nvSpPr>
        <p:spPr>
          <a:xfrm>
            <a:off x="685800" y="761559"/>
            <a:ext cx="11013440" cy="599948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dk1"/>
              </a:buClr>
              <a:buSzPts val="2800"/>
              <a:buFont typeface="Arial"/>
              <a:buNone/>
            </a:pPr>
            <a:r>
              <a:rPr lang="en-IN" sz="2800" b="1" dirty="0">
                <a:solidFill>
                  <a:schemeClr val="dk1"/>
                </a:solidFill>
                <a:latin typeface="Times New Roman"/>
                <a:ea typeface="Times New Roman"/>
                <a:cs typeface="Times New Roman"/>
                <a:sym typeface="Times New Roman"/>
              </a:rPr>
              <a:t>System Architecture</a:t>
            </a:r>
            <a:endParaRPr dirty="0"/>
          </a:p>
          <a:p>
            <a:pPr marL="342900" lvl="0" indent="-342900">
              <a:lnSpc>
                <a:spcPct val="150000"/>
              </a:lnSpc>
              <a:buClr>
                <a:schemeClr val="dk1"/>
              </a:buClr>
              <a:buSzPts val="2000"/>
              <a:buFont typeface="Arial"/>
              <a:buChar char="•"/>
            </a:pPr>
            <a:r>
              <a:rPr lang="en-IN" sz="1600" dirty="0">
                <a:solidFill>
                  <a:schemeClr val="dk1"/>
                </a:solidFill>
                <a:latin typeface="Times New Roman"/>
                <a:ea typeface="Times New Roman"/>
                <a:cs typeface="Times New Roman"/>
                <a:sym typeface="Times New Roman"/>
              </a:rPr>
              <a:t>Frontend - Provides the user interface for login, quiz generation, quiz attempt, results, flashcards, dashboards, and Brain Lab activities.</a:t>
            </a:r>
          </a:p>
          <a:p>
            <a:pPr marL="342900" lvl="0" indent="-342900">
              <a:lnSpc>
                <a:spcPct val="150000"/>
              </a:lnSpc>
              <a:buClr>
                <a:schemeClr val="dk1"/>
              </a:buClr>
              <a:buSzPts val="2000"/>
              <a:buFont typeface="Arial"/>
              <a:buChar char="•"/>
            </a:pPr>
            <a:r>
              <a:rPr lang="en-IN" sz="1600" dirty="0">
                <a:solidFill>
                  <a:schemeClr val="dk1"/>
                </a:solidFill>
                <a:latin typeface="Times New Roman"/>
                <a:ea typeface="Times New Roman"/>
                <a:cs typeface="Times New Roman"/>
                <a:sym typeface="Times New Roman"/>
              </a:rPr>
              <a:t>Backend - Handles authentication, quiz requests, AI API communication, PDF/URL processing, quiz evaluation, and data flow.</a:t>
            </a:r>
          </a:p>
          <a:p>
            <a:pPr marL="342900" lvl="0" indent="-342900">
              <a:lnSpc>
                <a:spcPct val="150000"/>
              </a:lnSpc>
              <a:buClr>
                <a:schemeClr val="dk1"/>
              </a:buClr>
              <a:buSzPts val="2000"/>
              <a:buFont typeface="Arial"/>
              <a:buChar char="•"/>
            </a:pPr>
            <a:r>
              <a:rPr lang="en-IN" sz="1600" dirty="0">
                <a:solidFill>
                  <a:schemeClr val="dk1"/>
                </a:solidFill>
                <a:latin typeface="Times New Roman"/>
                <a:ea typeface="Times New Roman"/>
                <a:cs typeface="Times New Roman"/>
                <a:sym typeface="Times New Roman"/>
              </a:rPr>
              <a:t>Database - Stores user details, quiz history, scores, progress analytics, leaderboard data, and teacher dashboard records.</a:t>
            </a:r>
          </a:p>
          <a:p>
            <a:pPr marL="342900" lvl="0" indent="-342900">
              <a:lnSpc>
                <a:spcPct val="150000"/>
              </a:lnSpc>
              <a:buClr>
                <a:schemeClr val="dk1"/>
              </a:buClr>
              <a:buSzPts val="2000"/>
              <a:buFont typeface="Arial"/>
              <a:buChar char="•"/>
            </a:pPr>
            <a:r>
              <a:rPr lang="en-IN" sz="1600" dirty="0">
                <a:solidFill>
                  <a:schemeClr val="dk1"/>
                </a:solidFill>
                <a:latin typeface="Times New Roman"/>
                <a:ea typeface="Times New Roman"/>
                <a:cs typeface="Times New Roman"/>
                <a:sym typeface="Times New Roman"/>
              </a:rPr>
              <a:t>AI API - Generates quiz questions, explanations, recommendations, and learning support based on user input..</a:t>
            </a:r>
            <a:endParaRPr sz="16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chemeClr val="dk1"/>
              </a:buClr>
              <a:buSzPts val="2800"/>
              <a:buFont typeface="Arial"/>
              <a:buNone/>
            </a:pPr>
            <a:r>
              <a:rPr lang="en-IN" sz="2800" b="1" dirty="0">
                <a:solidFill>
                  <a:schemeClr val="dk1"/>
                </a:solidFill>
                <a:latin typeface="Times New Roman"/>
                <a:ea typeface="Times New Roman"/>
                <a:cs typeface="Times New Roman"/>
                <a:sym typeface="Times New Roman"/>
              </a:rPr>
              <a:t>Tech Stack</a:t>
            </a:r>
            <a:endParaRPr dirty="0"/>
          </a:p>
          <a:p>
            <a:pPr marL="342900" lvl="0" indent="-342900">
              <a:lnSpc>
                <a:spcPct val="150000"/>
              </a:lnSpc>
              <a:buClr>
                <a:schemeClr val="dk1"/>
              </a:buClr>
              <a:buSzPts val="2000"/>
              <a:buFont typeface="Arial"/>
              <a:buChar char="•"/>
            </a:pPr>
            <a:r>
              <a:rPr lang="en-IN" sz="1800" dirty="0">
                <a:solidFill>
                  <a:schemeClr val="dk1"/>
                </a:solidFill>
                <a:latin typeface="Times New Roman"/>
                <a:ea typeface="Times New Roman"/>
                <a:cs typeface="Times New Roman"/>
                <a:sym typeface="Times New Roman"/>
              </a:rPr>
              <a:t>Languages: HTML, CSS, JavaScript</a:t>
            </a:r>
          </a:p>
          <a:p>
            <a:pPr marL="342900" lvl="0" indent="-342900">
              <a:lnSpc>
                <a:spcPct val="150000"/>
              </a:lnSpc>
              <a:buClr>
                <a:schemeClr val="dk1"/>
              </a:buClr>
              <a:buSzPts val="2000"/>
              <a:buFont typeface="Arial"/>
              <a:buChar char="•"/>
            </a:pPr>
            <a:r>
              <a:rPr lang="en-IN" sz="1800" dirty="0">
                <a:solidFill>
                  <a:schemeClr val="dk1"/>
                </a:solidFill>
                <a:latin typeface="Times New Roman"/>
                <a:ea typeface="Times New Roman"/>
                <a:cs typeface="Times New Roman"/>
                <a:sym typeface="Times New Roman"/>
              </a:rPr>
              <a:t>Frontend: Vite, responsive web pages, interactive UI components</a:t>
            </a:r>
          </a:p>
          <a:p>
            <a:pPr marL="342900" lvl="0" indent="-342900">
              <a:lnSpc>
                <a:spcPct val="150000"/>
              </a:lnSpc>
              <a:buClr>
                <a:schemeClr val="dk1"/>
              </a:buClr>
              <a:buSzPts val="2000"/>
              <a:buFont typeface="Arial"/>
              <a:buChar char="•"/>
            </a:pPr>
            <a:r>
              <a:rPr lang="en-IN" sz="1800" dirty="0">
                <a:solidFill>
                  <a:schemeClr val="dk1"/>
                </a:solidFill>
                <a:latin typeface="Times New Roman"/>
                <a:ea typeface="Times New Roman"/>
                <a:cs typeface="Times New Roman"/>
                <a:sym typeface="Times New Roman"/>
              </a:rPr>
              <a:t>Backend: Node.js, Express.js</a:t>
            </a:r>
          </a:p>
          <a:p>
            <a:pPr marL="342900" lvl="0" indent="-342900">
              <a:lnSpc>
                <a:spcPct val="150000"/>
              </a:lnSpc>
              <a:buClr>
                <a:schemeClr val="dk1"/>
              </a:buClr>
              <a:buSzPts val="2000"/>
              <a:buFont typeface="Arial"/>
              <a:buChar char="•"/>
            </a:pPr>
            <a:r>
              <a:rPr lang="en-IN" sz="1800" dirty="0">
                <a:solidFill>
                  <a:schemeClr val="dk1"/>
                </a:solidFill>
                <a:latin typeface="Times New Roman"/>
                <a:ea typeface="Times New Roman"/>
                <a:cs typeface="Times New Roman"/>
                <a:sym typeface="Times New Roman"/>
              </a:rPr>
              <a:t>Database: MongoDB</a:t>
            </a:r>
          </a:p>
          <a:p>
            <a:pPr marL="342900" lvl="0" indent="-342900">
              <a:lnSpc>
                <a:spcPct val="150000"/>
              </a:lnSpc>
              <a:buClr>
                <a:schemeClr val="dk1"/>
              </a:buClr>
              <a:buSzPts val="2000"/>
              <a:buFont typeface="Arial"/>
              <a:buChar char="•"/>
            </a:pPr>
            <a:r>
              <a:rPr lang="en-IN" sz="1800" dirty="0">
                <a:solidFill>
                  <a:schemeClr val="dk1"/>
                </a:solidFill>
                <a:latin typeface="Times New Roman"/>
                <a:ea typeface="Times New Roman"/>
                <a:cs typeface="Times New Roman"/>
                <a:sym typeface="Times New Roman"/>
              </a:rPr>
              <a:t>AI/NLP: AI API, Natural Language Processing, PDF Parsing, URL Extraction</a:t>
            </a:r>
          </a:p>
          <a:p>
            <a:pPr marL="342900" lvl="0" indent="-342900">
              <a:lnSpc>
                <a:spcPct val="150000"/>
              </a:lnSpc>
              <a:buClr>
                <a:schemeClr val="dk1"/>
              </a:buClr>
              <a:buSzPts val="2000"/>
              <a:buFont typeface="Arial"/>
              <a:buChar char="•"/>
            </a:pPr>
            <a:r>
              <a:rPr lang="en-IN" sz="1800" dirty="0">
                <a:solidFill>
                  <a:schemeClr val="dk1"/>
                </a:solidFill>
                <a:latin typeface="Times New Roman"/>
                <a:ea typeface="Times New Roman"/>
                <a:cs typeface="Times New Roman"/>
                <a:sym typeface="Times New Roman"/>
              </a:rPr>
              <a:t>Deployment: </a:t>
            </a:r>
            <a:r>
              <a:rPr lang="en-IN" sz="1800" dirty="0" err="1">
                <a:solidFill>
                  <a:schemeClr val="dk1"/>
                </a:solidFill>
                <a:latin typeface="Times New Roman"/>
                <a:ea typeface="Times New Roman"/>
                <a:cs typeface="Times New Roman"/>
                <a:sym typeface="Times New Roman"/>
              </a:rPr>
              <a:t>Vercel</a:t>
            </a:r>
            <a:r>
              <a:rPr lang="en-IN" sz="1800" dirty="0">
                <a:solidFill>
                  <a:schemeClr val="dk1"/>
                </a:solidFill>
                <a:latin typeface="Times New Roman"/>
                <a:ea typeface="Times New Roman"/>
                <a:cs typeface="Times New Roman"/>
                <a:sym typeface="Times New Roman"/>
              </a:rPr>
              <a:t> for live demo</a:t>
            </a:r>
            <a:endParaRPr sz="18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6"/>
          <p:cNvSpPr txBox="1"/>
          <p:nvPr/>
        </p:nvSpPr>
        <p:spPr>
          <a:xfrm>
            <a:off x="806243" y="777323"/>
            <a:ext cx="3657601" cy="42164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IN" sz="2800" b="1">
                <a:solidFill>
                  <a:schemeClr val="dk1"/>
                </a:solidFill>
                <a:highlight>
                  <a:srgbClr val="C0C0C0"/>
                </a:highlight>
                <a:latin typeface="Times New Roman"/>
                <a:ea typeface="Times New Roman"/>
                <a:cs typeface="Times New Roman"/>
                <a:sym typeface="Times New Roman"/>
              </a:rPr>
              <a:t>Architecture Diagram</a:t>
            </a:r>
            <a:endParaRPr/>
          </a:p>
        </p:txBody>
      </p:sp>
      <p:pic>
        <p:nvPicPr>
          <p:cNvPr id="3" name="Picture 2">
            <a:extLst>
              <a:ext uri="{FF2B5EF4-FFF2-40B4-BE49-F238E27FC236}">
                <a16:creationId xmlns:a16="http://schemas.microsoft.com/office/drawing/2014/main" id="{DE780BA8-3552-67DA-F20E-58FE87C3BD81}"/>
              </a:ext>
            </a:extLst>
          </p:cNvPr>
          <p:cNvPicPr>
            <a:picLocks noChangeAspect="1"/>
          </p:cNvPicPr>
          <p:nvPr/>
        </p:nvPicPr>
        <p:blipFill>
          <a:blip r:embed="rId3"/>
          <a:stretch>
            <a:fillRect/>
          </a:stretch>
        </p:blipFill>
        <p:spPr>
          <a:xfrm>
            <a:off x="1524000" y="1524000"/>
            <a:ext cx="8837368" cy="4709077"/>
          </a:xfrm>
          <a:prstGeom prst="rect">
            <a:avLst/>
          </a:prstGeom>
          <a:ln>
            <a:noFill/>
          </a:ln>
          <a:effectLst>
            <a:softEdge rad="112500"/>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7"/>
          <p:cNvSpPr txBox="1"/>
          <p:nvPr/>
        </p:nvSpPr>
        <p:spPr>
          <a:xfrm>
            <a:off x="882944" y="261176"/>
            <a:ext cx="10426111"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200"/>
              <a:buFont typeface="Arial"/>
              <a:buNone/>
            </a:pPr>
            <a:r>
              <a:rPr lang="en-IN" sz="3200" b="1" i="0" u="none" strike="noStrike" cap="none">
                <a:solidFill>
                  <a:srgbClr val="FF0000"/>
                </a:solidFill>
                <a:latin typeface="Arial"/>
                <a:ea typeface="Arial"/>
                <a:cs typeface="Arial"/>
                <a:sym typeface="Arial"/>
              </a:rPr>
              <a:t>DEVELOPMENT</a:t>
            </a:r>
            <a:endParaRPr/>
          </a:p>
        </p:txBody>
      </p:sp>
      <p:sp>
        <p:nvSpPr>
          <p:cNvPr id="115" name="Google Shape;115;p7"/>
          <p:cNvSpPr txBox="1"/>
          <p:nvPr/>
        </p:nvSpPr>
        <p:spPr>
          <a:xfrm>
            <a:off x="178435" y="845820"/>
            <a:ext cx="6053455" cy="4180205"/>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IN" sz="2800" b="1" dirty="0">
                <a:solidFill>
                  <a:schemeClr val="dk1"/>
                </a:solidFill>
                <a:latin typeface="Times New Roman"/>
                <a:ea typeface="Times New Roman"/>
                <a:cs typeface="Times New Roman"/>
                <a:sym typeface="Times New Roman"/>
              </a:rPr>
              <a:t>Backend Workflow</a:t>
            </a:r>
            <a:endParaRPr sz="2800" dirty="0">
              <a:solidFill>
                <a:schemeClr val="dk1"/>
              </a:solidFill>
              <a:latin typeface="Times New Roman"/>
              <a:ea typeface="Times New Roman"/>
              <a:cs typeface="Times New Roman"/>
              <a:sym typeface="Times New Roman"/>
            </a:endParaRPr>
          </a:p>
          <a:p>
            <a:pPr marL="342900" lvl="0" indent="-342900">
              <a:lnSpc>
                <a:spcPct val="150000"/>
              </a:lnSpc>
              <a:buClr>
                <a:schemeClr val="dk1"/>
              </a:buClr>
              <a:buSzPts val="2000"/>
              <a:buFont typeface="Arial"/>
              <a:buChar char="•"/>
            </a:pPr>
            <a:r>
              <a:rPr lang="en-IN" sz="1800" dirty="0">
                <a:solidFill>
                  <a:schemeClr val="dk1"/>
                </a:solidFill>
                <a:latin typeface="Times New Roman"/>
                <a:ea typeface="Times New Roman"/>
                <a:cs typeface="Times New Roman"/>
                <a:sym typeface="Times New Roman"/>
              </a:rPr>
              <a:t>User selects topic, PDF, or URL → Backend receives request → Content is processed → AI API generates quiz questions → Quiz is displayed to the user → Answers are evaluated → Score, feedback, flashcards, and recommendations are returned.</a:t>
            </a:r>
          </a:p>
          <a:p>
            <a:pPr marL="342900" lvl="0" indent="-342900">
              <a:lnSpc>
                <a:spcPct val="150000"/>
              </a:lnSpc>
              <a:buClr>
                <a:schemeClr val="dk1"/>
              </a:buClr>
              <a:buSzPts val="2000"/>
              <a:buFont typeface="Arial"/>
              <a:buChar char="•"/>
            </a:pPr>
            <a:r>
              <a:rPr lang="en-US" sz="1800" dirty="0">
                <a:solidFill>
                  <a:schemeClr val="dk1"/>
                </a:solidFill>
                <a:latin typeface="Times New Roman"/>
                <a:ea typeface="Times New Roman"/>
                <a:cs typeface="Times New Roman"/>
                <a:sym typeface="Times New Roman"/>
              </a:rPr>
              <a:t>The backend manages authentication, quiz generation requests, AI API communication, result evaluation, user progress, leaderboard data, and teacher dashboard records.</a:t>
            </a:r>
            <a:endParaRPr sz="1800" dirty="0">
              <a:solidFill>
                <a:schemeClr val="dk1"/>
              </a:solidFill>
              <a:latin typeface="Times New Roman"/>
              <a:ea typeface="Times New Roman"/>
              <a:cs typeface="Times New Roman"/>
              <a:sym typeface="Times New Roman"/>
            </a:endParaRPr>
          </a:p>
        </p:txBody>
      </p:sp>
      <p:sp>
        <p:nvSpPr>
          <p:cNvPr id="116" name="Google Shape;116;p7"/>
          <p:cNvSpPr txBox="1"/>
          <p:nvPr/>
        </p:nvSpPr>
        <p:spPr>
          <a:xfrm>
            <a:off x="6096635" y="701674"/>
            <a:ext cx="6095365" cy="4632325"/>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dk1"/>
              </a:buClr>
              <a:buSzPts val="2800"/>
              <a:buFont typeface="Arial"/>
              <a:buNone/>
            </a:pPr>
            <a:r>
              <a:rPr lang="en-IN" sz="2800" b="1" dirty="0">
                <a:solidFill>
                  <a:schemeClr val="dk1"/>
                </a:solidFill>
                <a:latin typeface="Times New Roman"/>
                <a:ea typeface="Times New Roman"/>
                <a:cs typeface="Times New Roman"/>
                <a:sym typeface="Times New Roman"/>
              </a:rPr>
              <a:t>Modules Implemented</a:t>
            </a:r>
            <a:endParaRPr sz="2800" dirty="0">
              <a:solidFill>
                <a:schemeClr val="dk1"/>
              </a:solidFill>
              <a:latin typeface="Times New Roman"/>
              <a:ea typeface="Times New Roman"/>
              <a:cs typeface="Times New Roman"/>
              <a:sym typeface="Times New Roman"/>
            </a:endParaRPr>
          </a:p>
          <a:p>
            <a:pPr marL="342900" lvl="0" indent="-342900">
              <a:buClr>
                <a:schemeClr val="dk1"/>
              </a:buClr>
              <a:buSzPts val="2000"/>
              <a:buFont typeface="Arial"/>
              <a:buChar char="•"/>
            </a:pPr>
            <a:r>
              <a:rPr lang="en-IN" sz="1600" dirty="0">
                <a:solidFill>
                  <a:schemeClr val="dk1"/>
                </a:solidFill>
                <a:latin typeface="Times New Roman"/>
                <a:ea typeface="Times New Roman"/>
                <a:cs typeface="Times New Roman"/>
                <a:sym typeface="Times New Roman"/>
              </a:rPr>
              <a:t>Authentication Module - Login, registration, and user sessions.</a:t>
            </a:r>
          </a:p>
          <a:p>
            <a:pPr marL="342900" lvl="0" indent="-342900">
              <a:buClr>
                <a:schemeClr val="dk1"/>
              </a:buClr>
              <a:buSzPts val="2000"/>
              <a:buFont typeface="Arial"/>
              <a:buChar char="•"/>
            </a:pPr>
            <a:endParaRPr lang="en-IN" sz="1600" dirty="0">
              <a:solidFill>
                <a:schemeClr val="dk1"/>
              </a:solidFill>
              <a:latin typeface="Times New Roman"/>
              <a:ea typeface="Times New Roman"/>
              <a:cs typeface="Times New Roman"/>
              <a:sym typeface="Times New Roman"/>
            </a:endParaRPr>
          </a:p>
          <a:p>
            <a:pPr marL="342900" lvl="0" indent="-342900">
              <a:buClr>
                <a:schemeClr val="dk1"/>
              </a:buClr>
              <a:buSzPts val="2000"/>
              <a:buFont typeface="Arial"/>
              <a:buChar char="•"/>
            </a:pPr>
            <a:r>
              <a:rPr lang="en-IN" sz="1600" dirty="0">
                <a:solidFill>
                  <a:schemeClr val="dk1"/>
                </a:solidFill>
                <a:latin typeface="Times New Roman"/>
                <a:ea typeface="Times New Roman"/>
                <a:cs typeface="Times New Roman"/>
                <a:sym typeface="Times New Roman"/>
              </a:rPr>
              <a:t>Quiz Generation Module - Creates quizzes from topics, PDFs, and URLs.</a:t>
            </a:r>
          </a:p>
          <a:p>
            <a:pPr marL="342900" lvl="0" indent="-342900">
              <a:buClr>
                <a:schemeClr val="dk1"/>
              </a:buClr>
              <a:buSzPts val="2000"/>
              <a:buFont typeface="Arial"/>
              <a:buChar char="•"/>
            </a:pPr>
            <a:endParaRPr lang="en-IN" sz="1600" dirty="0">
              <a:solidFill>
                <a:schemeClr val="dk1"/>
              </a:solidFill>
              <a:latin typeface="Times New Roman"/>
              <a:ea typeface="Times New Roman"/>
              <a:cs typeface="Times New Roman"/>
              <a:sym typeface="Times New Roman"/>
            </a:endParaRPr>
          </a:p>
          <a:p>
            <a:pPr marL="342900" lvl="0" indent="-342900">
              <a:buClr>
                <a:schemeClr val="dk1"/>
              </a:buClr>
              <a:buSzPts val="2000"/>
              <a:buFont typeface="Arial"/>
              <a:buChar char="•"/>
            </a:pPr>
            <a:r>
              <a:rPr lang="en-IN" sz="1600" dirty="0">
                <a:solidFill>
                  <a:schemeClr val="dk1"/>
                </a:solidFill>
                <a:latin typeface="Times New Roman"/>
                <a:ea typeface="Times New Roman"/>
                <a:cs typeface="Times New Roman"/>
                <a:sym typeface="Times New Roman"/>
              </a:rPr>
              <a:t>Quiz Attempt and Result Module - Displays questions, evaluates answers, and shows scores.</a:t>
            </a:r>
          </a:p>
          <a:p>
            <a:pPr marL="342900" lvl="0" indent="-342900">
              <a:buClr>
                <a:schemeClr val="dk1"/>
              </a:buClr>
              <a:buSzPts val="2000"/>
              <a:buFont typeface="Arial"/>
              <a:buChar char="•"/>
            </a:pPr>
            <a:endParaRPr lang="en-IN" sz="1600" dirty="0">
              <a:solidFill>
                <a:schemeClr val="dk1"/>
              </a:solidFill>
              <a:latin typeface="Times New Roman"/>
              <a:ea typeface="Times New Roman"/>
              <a:cs typeface="Times New Roman"/>
              <a:sym typeface="Times New Roman"/>
            </a:endParaRPr>
          </a:p>
          <a:p>
            <a:pPr marL="342900" lvl="0" indent="-342900">
              <a:buClr>
                <a:schemeClr val="dk1"/>
              </a:buClr>
              <a:buSzPts val="2000"/>
              <a:buFont typeface="Arial"/>
              <a:buChar char="•"/>
            </a:pPr>
            <a:r>
              <a:rPr lang="en-IN" sz="1600" dirty="0">
                <a:solidFill>
                  <a:schemeClr val="dk1"/>
                </a:solidFill>
                <a:latin typeface="Times New Roman"/>
                <a:ea typeface="Times New Roman"/>
                <a:cs typeface="Times New Roman"/>
                <a:sym typeface="Times New Roman"/>
              </a:rPr>
              <a:t>Dashboard Module - Tracks user progress, attempts, accuracy, XP, and streaks.</a:t>
            </a:r>
          </a:p>
          <a:p>
            <a:pPr marL="342900" lvl="0" indent="-342900">
              <a:buClr>
                <a:schemeClr val="dk1"/>
              </a:buClr>
              <a:buSzPts val="2000"/>
              <a:buFont typeface="Arial"/>
              <a:buChar char="•"/>
            </a:pPr>
            <a:endParaRPr lang="en-IN" sz="1600" dirty="0">
              <a:solidFill>
                <a:schemeClr val="dk1"/>
              </a:solidFill>
              <a:latin typeface="Times New Roman"/>
              <a:ea typeface="Times New Roman"/>
              <a:cs typeface="Times New Roman"/>
              <a:sym typeface="Times New Roman"/>
            </a:endParaRPr>
          </a:p>
          <a:p>
            <a:pPr marL="342900" lvl="0" indent="-342900">
              <a:buClr>
                <a:schemeClr val="dk1"/>
              </a:buClr>
              <a:buSzPts val="2000"/>
              <a:buFont typeface="Arial"/>
              <a:buChar char="•"/>
            </a:pPr>
            <a:r>
              <a:rPr lang="en-IN" sz="1600" dirty="0">
                <a:solidFill>
                  <a:schemeClr val="dk1"/>
                </a:solidFill>
                <a:latin typeface="Times New Roman"/>
                <a:ea typeface="Times New Roman"/>
                <a:cs typeface="Times New Roman"/>
                <a:sym typeface="Times New Roman"/>
              </a:rPr>
              <a:t>Teacher Dashboard Module - Shows learner progress, topic signals, and quiz activity.</a:t>
            </a:r>
          </a:p>
          <a:p>
            <a:pPr marL="342900" lvl="0" indent="-342900">
              <a:buClr>
                <a:schemeClr val="dk1"/>
              </a:buClr>
              <a:buSzPts val="2000"/>
              <a:buFont typeface="Arial"/>
              <a:buChar char="•"/>
            </a:pPr>
            <a:endParaRPr lang="en-IN" sz="1600" dirty="0">
              <a:solidFill>
                <a:schemeClr val="dk1"/>
              </a:solidFill>
              <a:latin typeface="Times New Roman"/>
              <a:ea typeface="Times New Roman"/>
              <a:cs typeface="Times New Roman"/>
              <a:sym typeface="Times New Roman"/>
            </a:endParaRPr>
          </a:p>
          <a:p>
            <a:pPr marL="342900" lvl="0" indent="-342900">
              <a:buClr>
                <a:schemeClr val="dk1"/>
              </a:buClr>
              <a:buSzPts val="2000"/>
              <a:buFont typeface="Arial"/>
              <a:buChar char="•"/>
            </a:pPr>
            <a:r>
              <a:rPr lang="en-IN" sz="1600" dirty="0">
                <a:solidFill>
                  <a:schemeClr val="dk1"/>
                </a:solidFill>
                <a:latin typeface="Times New Roman"/>
                <a:ea typeface="Times New Roman"/>
                <a:cs typeface="Times New Roman"/>
                <a:sym typeface="Times New Roman"/>
              </a:rPr>
              <a:t>Brain Lab Module - Includes memory, reaction, and recall-based learning games.</a:t>
            </a:r>
            <a:endParaRPr sz="16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000" dirty="0">
              <a:solidFill>
                <a:schemeClr val="dk1"/>
              </a:solidFill>
              <a:latin typeface="Times New Roman"/>
              <a:ea typeface="Times New Roman"/>
              <a:cs typeface="Times New Roman"/>
              <a:sym typeface="Times New Roman"/>
            </a:endParaRPr>
          </a:p>
        </p:txBody>
      </p:sp>
      <p:sp>
        <p:nvSpPr>
          <p:cNvPr id="117" name="Google Shape;117;p7"/>
          <p:cNvSpPr txBox="1"/>
          <p:nvPr/>
        </p:nvSpPr>
        <p:spPr>
          <a:xfrm>
            <a:off x="685800" y="5197917"/>
            <a:ext cx="10518480" cy="115316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dk1"/>
              </a:buClr>
              <a:buSzPts val="2800"/>
              <a:buFont typeface="Arial"/>
              <a:buNone/>
            </a:pPr>
            <a:r>
              <a:rPr lang="en-IN" sz="2400" b="1" dirty="0">
                <a:solidFill>
                  <a:schemeClr val="dk1"/>
                </a:solidFill>
                <a:latin typeface="Times New Roman"/>
                <a:ea typeface="Times New Roman"/>
                <a:cs typeface="Times New Roman"/>
                <a:sym typeface="Times New Roman"/>
              </a:rPr>
              <a:t>Tools Used</a:t>
            </a:r>
            <a:endParaRPr sz="2400" b="1" dirty="0">
              <a:solidFill>
                <a:schemeClr val="dk1"/>
              </a:solidFill>
              <a:latin typeface="Times New Roman"/>
              <a:ea typeface="Times New Roman"/>
              <a:cs typeface="Times New Roman"/>
              <a:sym typeface="Times New Roman"/>
            </a:endParaRPr>
          </a:p>
          <a:p>
            <a:pPr lvl="0"/>
            <a:r>
              <a:rPr lang="en-IN" sz="1600" dirty="0">
                <a:solidFill>
                  <a:schemeClr val="dk1"/>
                </a:solidFill>
                <a:latin typeface="Times New Roman"/>
                <a:ea typeface="Times New Roman"/>
                <a:cs typeface="Times New Roman"/>
                <a:sym typeface="Times New Roman"/>
              </a:rPr>
              <a:t>HTML | CSS | JavaScript | Vite | Node.js | Express.js | MongoDB | AI API | NLP | PDF Parsing | URL Extraction | </a:t>
            </a:r>
            <a:r>
              <a:rPr lang="en-IN" sz="1600" dirty="0" err="1">
                <a:solidFill>
                  <a:schemeClr val="dk1"/>
                </a:solidFill>
                <a:latin typeface="Times New Roman"/>
                <a:ea typeface="Times New Roman"/>
                <a:cs typeface="Times New Roman"/>
                <a:sym typeface="Times New Roman"/>
              </a:rPr>
              <a:t>Vercel</a:t>
            </a:r>
            <a:endParaRPr sz="16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8"/>
          <p:cNvSpPr txBox="1"/>
          <p:nvPr/>
        </p:nvSpPr>
        <p:spPr>
          <a:xfrm>
            <a:off x="882944" y="261176"/>
            <a:ext cx="10426111"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200"/>
              <a:buFont typeface="Arial"/>
              <a:buNone/>
            </a:pPr>
            <a:r>
              <a:rPr lang="en-IN" sz="3200" b="1" i="0" u="none" strike="noStrike" cap="none">
                <a:solidFill>
                  <a:srgbClr val="FF0000"/>
                </a:solidFill>
                <a:latin typeface="Arial"/>
                <a:ea typeface="Arial"/>
                <a:cs typeface="Arial"/>
                <a:sym typeface="Arial"/>
              </a:rPr>
              <a:t>PROJECT OUTCOME </a:t>
            </a:r>
            <a:endParaRPr/>
          </a:p>
        </p:txBody>
      </p:sp>
      <p:sp>
        <p:nvSpPr>
          <p:cNvPr id="123" name="Google Shape;123;p8"/>
          <p:cNvSpPr txBox="1"/>
          <p:nvPr/>
        </p:nvSpPr>
        <p:spPr>
          <a:xfrm>
            <a:off x="767080" y="762000"/>
            <a:ext cx="10266045" cy="590296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dk1"/>
              </a:buClr>
              <a:buSzPts val="2800"/>
              <a:buFont typeface="Arial"/>
              <a:buNone/>
            </a:pPr>
            <a:r>
              <a:rPr lang="en-IN" sz="2400" b="1" dirty="0">
                <a:solidFill>
                  <a:schemeClr val="dk1"/>
                </a:solidFill>
                <a:latin typeface="Times New Roman"/>
                <a:ea typeface="Times New Roman"/>
                <a:cs typeface="Times New Roman"/>
                <a:sym typeface="Times New Roman"/>
              </a:rPr>
              <a:t>Achievements</a:t>
            </a:r>
            <a:endParaRPr sz="2400" dirty="0"/>
          </a:p>
          <a:p>
            <a:pPr marL="342900" lvl="0" indent="-342900">
              <a:lnSpc>
                <a:spcPct val="150000"/>
              </a:lnSpc>
              <a:buClr>
                <a:schemeClr val="dk1"/>
              </a:buClr>
              <a:buSzPts val="2000"/>
              <a:buFont typeface="Arial"/>
              <a:buChar char="•"/>
            </a:pPr>
            <a:r>
              <a:rPr lang="en-US" sz="1600" dirty="0">
                <a:solidFill>
                  <a:schemeClr val="dk1"/>
                </a:solidFill>
                <a:latin typeface="Times New Roman"/>
                <a:ea typeface="Times New Roman"/>
                <a:cs typeface="Times New Roman"/>
                <a:sym typeface="Times New Roman"/>
              </a:rPr>
              <a:t>Developed a responsive AI-powered quiz generation platform for students and teachers.</a:t>
            </a:r>
          </a:p>
          <a:p>
            <a:pPr marL="342900" lvl="0" indent="-342900">
              <a:lnSpc>
                <a:spcPct val="150000"/>
              </a:lnSpc>
              <a:buClr>
                <a:schemeClr val="dk1"/>
              </a:buClr>
              <a:buSzPts val="2000"/>
              <a:buFont typeface="Arial"/>
              <a:buChar char="•"/>
            </a:pPr>
            <a:r>
              <a:rPr lang="en-US" sz="1600" dirty="0">
                <a:solidFill>
                  <a:schemeClr val="dk1"/>
                </a:solidFill>
                <a:latin typeface="Times New Roman"/>
                <a:ea typeface="Times New Roman"/>
                <a:cs typeface="Times New Roman"/>
                <a:sym typeface="Times New Roman"/>
              </a:rPr>
              <a:t>Implemented quiz generation from topics, PDF files, and web URLs.</a:t>
            </a:r>
          </a:p>
          <a:p>
            <a:pPr marL="342900" lvl="0" indent="-342900">
              <a:lnSpc>
                <a:spcPct val="150000"/>
              </a:lnSpc>
              <a:buClr>
                <a:schemeClr val="dk1"/>
              </a:buClr>
              <a:buSzPts val="2000"/>
              <a:buFont typeface="Arial"/>
              <a:buChar char="•"/>
            </a:pPr>
            <a:r>
              <a:rPr lang="en-US" sz="1600" dirty="0">
                <a:solidFill>
                  <a:schemeClr val="dk1"/>
                </a:solidFill>
                <a:latin typeface="Times New Roman"/>
                <a:ea typeface="Times New Roman"/>
                <a:cs typeface="Times New Roman"/>
                <a:sym typeface="Times New Roman"/>
              </a:rPr>
              <a:t>Added instant score evaluation with explanations, recommendations, flashcards, and progress analytics.</a:t>
            </a:r>
          </a:p>
          <a:p>
            <a:pPr marL="342900" lvl="0" indent="-342900">
              <a:lnSpc>
                <a:spcPct val="150000"/>
              </a:lnSpc>
              <a:buClr>
                <a:schemeClr val="dk1"/>
              </a:buClr>
              <a:buSzPts val="2000"/>
              <a:buFont typeface="Arial"/>
              <a:buChar char="•"/>
            </a:pPr>
            <a:r>
              <a:rPr lang="en-US" sz="1600" dirty="0">
                <a:solidFill>
                  <a:schemeClr val="dk1"/>
                </a:solidFill>
                <a:latin typeface="Times New Roman"/>
                <a:ea typeface="Times New Roman"/>
                <a:cs typeface="Times New Roman"/>
                <a:sym typeface="Times New Roman"/>
              </a:rPr>
              <a:t>Built student dashboard, teacher dashboard, leaderboard, and Brain Lab activities.</a:t>
            </a:r>
          </a:p>
          <a:p>
            <a:pPr lvl="0">
              <a:buClr>
                <a:schemeClr val="dk1"/>
              </a:buClr>
              <a:buSzPts val="2000"/>
            </a:pPr>
            <a:r>
              <a:rPr lang="en-IN" sz="2400" b="1" dirty="0">
                <a:solidFill>
                  <a:schemeClr val="dk1"/>
                </a:solidFill>
                <a:latin typeface="Times New Roman"/>
                <a:ea typeface="Times New Roman"/>
                <a:cs typeface="Times New Roman"/>
                <a:sym typeface="Times New Roman"/>
              </a:rPr>
              <a:t>Challenges Faced</a:t>
            </a:r>
            <a:endParaRPr sz="2400" dirty="0"/>
          </a:p>
          <a:p>
            <a:pPr marL="342900" lvl="0" indent="-342900">
              <a:lnSpc>
                <a:spcPct val="150000"/>
              </a:lnSpc>
              <a:buClr>
                <a:schemeClr val="dk1"/>
              </a:buClr>
              <a:buSzPts val="2000"/>
              <a:buFont typeface="Arial"/>
              <a:buChar char="•"/>
            </a:pPr>
            <a:r>
              <a:rPr lang="en-US" sz="1600" dirty="0">
                <a:solidFill>
                  <a:schemeClr val="dk1"/>
                </a:solidFill>
                <a:latin typeface="Times New Roman"/>
                <a:ea typeface="Times New Roman"/>
                <a:cs typeface="Times New Roman"/>
                <a:sym typeface="Times New Roman"/>
              </a:rPr>
              <a:t>Handling different input sources such as topic text, PDFs, and URLs.</a:t>
            </a:r>
          </a:p>
          <a:p>
            <a:pPr marL="342900" lvl="0" indent="-342900">
              <a:lnSpc>
                <a:spcPct val="150000"/>
              </a:lnSpc>
              <a:buClr>
                <a:schemeClr val="dk1"/>
              </a:buClr>
              <a:buSzPts val="2000"/>
              <a:buFont typeface="Arial"/>
              <a:buChar char="•"/>
            </a:pPr>
            <a:r>
              <a:rPr lang="en-US" sz="1600" dirty="0">
                <a:solidFill>
                  <a:schemeClr val="dk1"/>
                </a:solidFill>
                <a:latin typeface="Times New Roman"/>
                <a:ea typeface="Times New Roman"/>
                <a:cs typeface="Times New Roman"/>
                <a:sym typeface="Times New Roman"/>
              </a:rPr>
              <a:t>Generating relevant quiz questions with clear explanations and correct answers.</a:t>
            </a:r>
          </a:p>
          <a:p>
            <a:pPr marL="342900" lvl="0" indent="-342900">
              <a:lnSpc>
                <a:spcPct val="150000"/>
              </a:lnSpc>
              <a:buClr>
                <a:schemeClr val="dk1"/>
              </a:buClr>
              <a:buSzPts val="2000"/>
              <a:buFont typeface="Arial"/>
              <a:buChar char="•"/>
            </a:pPr>
            <a:r>
              <a:rPr lang="en-US" sz="1600" dirty="0">
                <a:solidFill>
                  <a:schemeClr val="dk1"/>
                </a:solidFill>
                <a:latin typeface="Times New Roman"/>
                <a:ea typeface="Times New Roman"/>
                <a:cs typeface="Times New Roman"/>
                <a:sym typeface="Times New Roman"/>
              </a:rPr>
              <a:t>Maintaining smooth responsiveness across mobile, tablet, laptop, and desktop screens.</a:t>
            </a:r>
          </a:p>
          <a:p>
            <a:pPr marL="342900" lvl="0" indent="-342900">
              <a:lnSpc>
                <a:spcPct val="150000"/>
              </a:lnSpc>
              <a:buClr>
                <a:schemeClr val="dk1"/>
              </a:buClr>
              <a:buSzPts val="2000"/>
              <a:buFont typeface="Arial"/>
              <a:buChar char="•"/>
            </a:pPr>
            <a:r>
              <a:rPr lang="en-US" sz="1600" dirty="0">
                <a:solidFill>
                  <a:schemeClr val="dk1"/>
                </a:solidFill>
                <a:latin typeface="Times New Roman"/>
                <a:ea typeface="Times New Roman"/>
                <a:cs typeface="Times New Roman"/>
                <a:sym typeface="Times New Roman"/>
              </a:rPr>
              <a:t>Organizing multiple features without making the interface cluttered.</a:t>
            </a:r>
            <a:r>
              <a:rPr lang="en-IN" sz="1600" dirty="0">
                <a:solidFill>
                  <a:schemeClr val="dk1"/>
                </a:solidFill>
                <a:latin typeface="Times New Roman"/>
                <a:ea typeface="Times New Roman"/>
                <a:cs typeface="Times New Roman"/>
                <a:sym typeface="Times New Roman"/>
              </a:rPr>
              <a:t>. </a:t>
            </a:r>
            <a:endParaRPr sz="1600" dirty="0"/>
          </a:p>
          <a:p>
            <a:pPr marL="0" marR="0" lvl="0" indent="0" algn="l" rtl="0">
              <a:lnSpc>
                <a:spcPct val="150000"/>
              </a:lnSpc>
              <a:spcBef>
                <a:spcPts val="0"/>
              </a:spcBef>
              <a:spcAft>
                <a:spcPts val="0"/>
              </a:spcAft>
              <a:buClr>
                <a:schemeClr val="dk1"/>
              </a:buClr>
              <a:buSzPts val="2800"/>
              <a:buFont typeface="Arial"/>
              <a:buNone/>
            </a:pPr>
            <a:r>
              <a:rPr lang="en-IN" sz="2400" b="1" dirty="0">
                <a:solidFill>
                  <a:schemeClr val="dk1"/>
                </a:solidFill>
                <a:latin typeface="Times New Roman"/>
                <a:ea typeface="Times New Roman"/>
                <a:cs typeface="Times New Roman"/>
                <a:sym typeface="Times New Roman"/>
              </a:rPr>
              <a:t>Future Enhancements</a:t>
            </a:r>
            <a:endParaRPr sz="2400" dirty="0"/>
          </a:p>
          <a:p>
            <a:pPr marL="342900" lvl="0" indent="-342900">
              <a:lnSpc>
                <a:spcPct val="150000"/>
              </a:lnSpc>
              <a:buClr>
                <a:schemeClr val="dk1"/>
              </a:buClr>
              <a:buSzPts val="2000"/>
              <a:buFont typeface="Arial"/>
              <a:buChar char="•"/>
            </a:pPr>
            <a:r>
              <a:rPr lang="en-US" sz="1600" dirty="0">
                <a:solidFill>
                  <a:schemeClr val="dk1"/>
                </a:solidFill>
                <a:latin typeface="Times New Roman"/>
                <a:ea typeface="Times New Roman"/>
                <a:cs typeface="Times New Roman"/>
                <a:sym typeface="Times New Roman"/>
              </a:rPr>
              <a:t>Add more advanced AI-based personalization for each learner.</a:t>
            </a:r>
          </a:p>
          <a:p>
            <a:pPr marL="342900" lvl="0" indent="-342900">
              <a:lnSpc>
                <a:spcPct val="150000"/>
              </a:lnSpc>
              <a:buClr>
                <a:schemeClr val="dk1"/>
              </a:buClr>
              <a:buSzPts val="2000"/>
              <a:buFont typeface="Arial"/>
              <a:buChar char="•"/>
            </a:pPr>
            <a:r>
              <a:rPr lang="en-US" sz="1600" dirty="0">
                <a:solidFill>
                  <a:schemeClr val="dk1"/>
                </a:solidFill>
                <a:latin typeface="Times New Roman"/>
                <a:ea typeface="Times New Roman"/>
                <a:cs typeface="Times New Roman"/>
                <a:sym typeface="Times New Roman"/>
              </a:rPr>
              <a:t>Support more question types and subject-specific quiz templates.</a:t>
            </a:r>
          </a:p>
          <a:p>
            <a:pPr marL="342900" lvl="0" indent="-342900">
              <a:lnSpc>
                <a:spcPct val="150000"/>
              </a:lnSpc>
              <a:buClr>
                <a:schemeClr val="dk1"/>
              </a:buClr>
              <a:buSzPts val="2000"/>
              <a:buFont typeface="Arial"/>
              <a:buChar char="•"/>
            </a:pPr>
            <a:r>
              <a:rPr lang="en-US" sz="1600" dirty="0">
                <a:solidFill>
                  <a:schemeClr val="dk1"/>
                </a:solidFill>
                <a:latin typeface="Times New Roman"/>
                <a:ea typeface="Times New Roman"/>
                <a:cs typeface="Times New Roman"/>
                <a:sym typeface="Times New Roman"/>
              </a:rPr>
              <a:t>Improve teacher analytics with downloadable reports.</a:t>
            </a:r>
          </a:p>
          <a:p>
            <a:pPr marL="342900" lvl="0" indent="-342900">
              <a:lnSpc>
                <a:spcPct val="150000"/>
              </a:lnSpc>
              <a:buClr>
                <a:schemeClr val="dk1"/>
              </a:buClr>
              <a:buSzPts val="2000"/>
              <a:buFont typeface="Arial"/>
              <a:buChar char="•"/>
            </a:pPr>
            <a:r>
              <a:rPr lang="en-US" sz="1600" dirty="0">
                <a:solidFill>
                  <a:schemeClr val="dk1"/>
                </a:solidFill>
                <a:latin typeface="Times New Roman"/>
                <a:ea typeface="Times New Roman"/>
                <a:cs typeface="Times New Roman"/>
                <a:sym typeface="Times New Roman"/>
              </a:rPr>
              <a:t>Add multilingual quiz generation and voice-based quiz interaction</a:t>
            </a:r>
            <a:r>
              <a:rPr lang="en-US" sz="2000" dirty="0">
                <a:solidFill>
                  <a:schemeClr val="dk1"/>
                </a:solidFill>
                <a:latin typeface="Times New Roman"/>
                <a:ea typeface="Times New Roman"/>
                <a:cs typeface="Times New Roman"/>
                <a:sym typeface="Times New Roman"/>
              </a:rPr>
              <a:t>.</a:t>
            </a:r>
            <a:endParaRPr sz="2800" b="1" dirty="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9"/>
          <p:cNvSpPr txBox="1"/>
          <p:nvPr/>
        </p:nvSpPr>
        <p:spPr>
          <a:xfrm>
            <a:off x="882944" y="261176"/>
            <a:ext cx="10426111"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200"/>
              <a:buFont typeface="Arial"/>
              <a:buNone/>
            </a:pPr>
            <a:r>
              <a:rPr lang="en-IN" sz="3200" b="1" i="0" u="none" strike="noStrike" cap="none">
                <a:solidFill>
                  <a:srgbClr val="FF0000"/>
                </a:solidFill>
                <a:latin typeface="Arial"/>
                <a:ea typeface="Arial"/>
                <a:cs typeface="Arial"/>
                <a:sym typeface="Arial"/>
              </a:rPr>
              <a:t>CONCLUSION</a:t>
            </a:r>
            <a:endParaRPr/>
          </a:p>
        </p:txBody>
      </p:sp>
      <p:sp>
        <p:nvSpPr>
          <p:cNvPr id="129" name="Google Shape;129;p9"/>
          <p:cNvSpPr txBox="1"/>
          <p:nvPr/>
        </p:nvSpPr>
        <p:spPr>
          <a:xfrm>
            <a:off x="739775" y="796924"/>
            <a:ext cx="11452225" cy="5799899"/>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dk1"/>
              </a:buClr>
              <a:buSzPts val="2800"/>
              <a:buFont typeface="Arial"/>
              <a:buNone/>
            </a:pPr>
            <a:r>
              <a:rPr lang="en-IN" sz="2800" b="1" dirty="0">
                <a:solidFill>
                  <a:schemeClr val="dk1"/>
                </a:solidFill>
                <a:latin typeface="Times New Roman"/>
                <a:ea typeface="Times New Roman"/>
                <a:cs typeface="Times New Roman"/>
                <a:sym typeface="Times New Roman"/>
              </a:rPr>
              <a:t>Summary</a:t>
            </a:r>
            <a:endParaRPr sz="2800" dirty="0"/>
          </a:p>
          <a:p>
            <a:pPr lvl="0"/>
            <a:r>
              <a:rPr lang="en-US" sz="1800" dirty="0" err="1">
                <a:solidFill>
                  <a:schemeClr val="dk1"/>
                </a:solidFill>
                <a:latin typeface="Times New Roman"/>
                <a:ea typeface="Times New Roman"/>
                <a:cs typeface="Times New Roman"/>
                <a:sym typeface="Times New Roman"/>
              </a:rPr>
              <a:t>Quizzy</a:t>
            </a:r>
            <a:r>
              <a:rPr lang="en-US" sz="1800" dirty="0">
                <a:solidFill>
                  <a:schemeClr val="dk1"/>
                </a:solidFill>
                <a:latin typeface="Times New Roman"/>
                <a:ea typeface="Times New Roman"/>
                <a:cs typeface="Times New Roman"/>
                <a:sym typeface="Times New Roman"/>
              </a:rPr>
              <a:t> is an AI-powered quiz generation platform that makes learning and assessment faster, smarter, and more interactive. It converts topics, PDF files, and URLs into quizzes, provides instant evaluation, and supports students with explanations, flashcards, recommendations, progress analytics, and Brain Lab activities. It also helps teachers track learner performance through a dedicated dashboard</a:t>
            </a:r>
            <a:r>
              <a:rPr lang="en-US" sz="2000" dirty="0">
                <a:solidFill>
                  <a:schemeClr val="dk1"/>
                </a:solidFill>
                <a:latin typeface="Times New Roman"/>
                <a:ea typeface="Times New Roman"/>
                <a:cs typeface="Times New Roman"/>
                <a:sym typeface="Times New Roman"/>
              </a:rPr>
              <a:t>.</a:t>
            </a:r>
          </a:p>
          <a:p>
            <a:pPr lvl="0">
              <a:lnSpc>
                <a:spcPct val="150000"/>
              </a:lnSpc>
            </a:pPr>
            <a:r>
              <a:rPr lang="en-IN" sz="2400" b="1" dirty="0">
                <a:solidFill>
                  <a:schemeClr val="dk1"/>
                </a:solidFill>
                <a:latin typeface="Times New Roman"/>
                <a:ea typeface="Times New Roman"/>
                <a:cs typeface="Times New Roman"/>
                <a:sym typeface="Times New Roman"/>
              </a:rPr>
              <a:t>Skills Learned</a:t>
            </a:r>
            <a:endParaRPr sz="2400" dirty="0"/>
          </a:p>
          <a:p>
            <a:pPr marL="342900" lvl="0" indent="-342900">
              <a:lnSpc>
                <a:spcPct val="150000"/>
              </a:lnSpc>
              <a:buClr>
                <a:schemeClr val="dk1"/>
              </a:buClr>
              <a:buSzPts val="2000"/>
              <a:buFont typeface="Arial"/>
              <a:buChar char="•"/>
            </a:pPr>
            <a:r>
              <a:rPr lang="en-IN" sz="1600" dirty="0">
                <a:solidFill>
                  <a:schemeClr val="dk1"/>
                </a:solidFill>
                <a:latin typeface="Times New Roman"/>
                <a:ea typeface="Times New Roman"/>
                <a:cs typeface="Times New Roman"/>
                <a:sym typeface="Times New Roman"/>
              </a:rPr>
              <a:t>Full-stack web development using HTML, CSS, JavaScript, Node.js, Express.js, and MongoDB.</a:t>
            </a:r>
          </a:p>
          <a:p>
            <a:pPr marL="342900" lvl="0" indent="-342900">
              <a:lnSpc>
                <a:spcPct val="150000"/>
              </a:lnSpc>
              <a:buClr>
                <a:schemeClr val="dk1"/>
              </a:buClr>
              <a:buSzPts val="2000"/>
              <a:buFont typeface="Arial"/>
              <a:buChar char="•"/>
            </a:pPr>
            <a:r>
              <a:rPr lang="en-IN" sz="1600" dirty="0">
                <a:solidFill>
                  <a:schemeClr val="dk1"/>
                </a:solidFill>
                <a:latin typeface="Times New Roman"/>
                <a:ea typeface="Times New Roman"/>
                <a:cs typeface="Times New Roman"/>
                <a:sym typeface="Times New Roman"/>
              </a:rPr>
              <a:t>AI API integration for quiz generation, explanations, and learning recommendations.</a:t>
            </a:r>
          </a:p>
          <a:p>
            <a:pPr marL="342900" lvl="0" indent="-342900">
              <a:lnSpc>
                <a:spcPct val="150000"/>
              </a:lnSpc>
              <a:buClr>
                <a:schemeClr val="dk1"/>
              </a:buClr>
              <a:buSzPts val="2000"/>
              <a:buFont typeface="Arial"/>
              <a:buChar char="•"/>
            </a:pPr>
            <a:r>
              <a:rPr lang="en-IN" sz="1600" dirty="0">
                <a:solidFill>
                  <a:schemeClr val="dk1"/>
                </a:solidFill>
                <a:latin typeface="Times New Roman"/>
                <a:ea typeface="Times New Roman"/>
                <a:cs typeface="Times New Roman"/>
                <a:sym typeface="Times New Roman"/>
              </a:rPr>
              <a:t>PDF parsing, URL extraction, authentication, dashboard design, and responsive UI development.</a:t>
            </a:r>
          </a:p>
          <a:p>
            <a:pPr marL="342900" lvl="0" indent="-342900">
              <a:lnSpc>
                <a:spcPct val="150000"/>
              </a:lnSpc>
              <a:buClr>
                <a:schemeClr val="dk1"/>
              </a:buClr>
              <a:buSzPts val="2000"/>
              <a:buFont typeface="Arial"/>
              <a:buChar char="•"/>
            </a:pPr>
            <a:r>
              <a:rPr lang="en-IN" sz="1600" dirty="0">
                <a:solidFill>
                  <a:schemeClr val="dk1"/>
                </a:solidFill>
                <a:latin typeface="Times New Roman"/>
                <a:ea typeface="Times New Roman"/>
                <a:cs typeface="Times New Roman"/>
                <a:sym typeface="Times New Roman"/>
              </a:rPr>
              <a:t>Testing and improving the app for mobile, tablet, laptop, and desktop responsiveness</a:t>
            </a:r>
            <a:r>
              <a:rPr lang="en-IN" sz="2000" dirty="0">
                <a:solidFill>
                  <a:schemeClr val="dk1"/>
                </a:solidFill>
                <a:latin typeface="Times New Roman"/>
                <a:ea typeface="Times New Roman"/>
                <a:cs typeface="Times New Roman"/>
                <a:sym typeface="Times New Roman"/>
              </a:rPr>
              <a:t>.</a:t>
            </a:r>
          </a:p>
          <a:p>
            <a:pPr lvl="0">
              <a:buClr>
                <a:schemeClr val="dk1"/>
              </a:buClr>
              <a:buSzPts val="2000"/>
            </a:pPr>
            <a:r>
              <a:rPr lang="en-IN" sz="2400" b="1" dirty="0">
                <a:solidFill>
                  <a:schemeClr val="dk1"/>
                </a:solidFill>
                <a:latin typeface="Times New Roman"/>
                <a:ea typeface="Times New Roman"/>
                <a:cs typeface="Times New Roman"/>
                <a:sym typeface="Times New Roman"/>
              </a:rPr>
              <a:t>Current Status</a:t>
            </a:r>
            <a:r>
              <a:rPr lang="en-IN" sz="2000" dirty="0">
                <a:solidFill>
                  <a:schemeClr val="dk1"/>
                </a:solidFill>
                <a:latin typeface="Times New Roman"/>
                <a:ea typeface="Times New Roman"/>
                <a:cs typeface="Times New Roman"/>
                <a:sym typeface="Times New Roman"/>
              </a:rPr>
              <a:t>: </a:t>
            </a:r>
            <a:r>
              <a:rPr lang="en-US" sz="1800" dirty="0">
                <a:solidFill>
                  <a:schemeClr val="dk1"/>
                </a:solidFill>
                <a:latin typeface="Times New Roman"/>
                <a:ea typeface="Times New Roman"/>
                <a:cs typeface="Times New Roman"/>
                <a:sym typeface="Times New Roman"/>
              </a:rPr>
              <a:t>Functional web prototype completed with quiz generation, result evaluation, dashboards, flashcards, leaderboard, Brain Lab activities, and live demo access.</a:t>
            </a:r>
          </a:p>
          <a:p>
            <a:pPr lvl="0">
              <a:buClr>
                <a:schemeClr val="dk1"/>
              </a:buClr>
              <a:buSzPts val="2000"/>
            </a:pPr>
            <a:r>
              <a:rPr lang="en-IN" sz="2400" b="1" dirty="0">
                <a:solidFill>
                  <a:schemeClr val="dk1"/>
                </a:solidFill>
                <a:latin typeface="Times New Roman"/>
                <a:ea typeface="Times New Roman"/>
                <a:cs typeface="Times New Roman"/>
                <a:sym typeface="Times New Roman"/>
              </a:rPr>
              <a:t>Next Step</a:t>
            </a:r>
            <a:r>
              <a:rPr lang="en-IN" sz="2800" dirty="0">
                <a:solidFill>
                  <a:schemeClr val="dk1"/>
                </a:solidFill>
                <a:latin typeface="Times New Roman"/>
                <a:ea typeface="Times New Roman"/>
                <a:cs typeface="Times New Roman"/>
                <a:sym typeface="Times New Roman"/>
              </a:rPr>
              <a:t>:</a:t>
            </a:r>
            <a:r>
              <a:rPr lang="en-IN" sz="2000" dirty="0">
                <a:solidFill>
                  <a:schemeClr val="dk1"/>
                </a:solidFill>
                <a:latin typeface="Times New Roman"/>
                <a:ea typeface="Times New Roman"/>
                <a:cs typeface="Times New Roman"/>
                <a:sym typeface="Times New Roman"/>
              </a:rPr>
              <a:t> </a:t>
            </a:r>
            <a:r>
              <a:rPr lang="en-US" sz="1800" dirty="0">
                <a:solidFill>
                  <a:schemeClr val="dk1"/>
                </a:solidFill>
                <a:latin typeface="Times New Roman"/>
                <a:ea typeface="Times New Roman"/>
                <a:cs typeface="Times New Roman"/>
                <a:sym typeface="Times New Roman"/>
              </a:rPr>
              <a:t>Improve AI personalization, add more question formats, enhance teacher analytics, and prepare the system for wider deployment.</a:t>
            </a:r>
            <a:endParaRPr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0"/>
          <p:cNvSpPr txBox="1"/>
          <p:nvPr/>
        </p:nvSpPr>
        <p:spPr>
          <a:xfrm>
            <a:off x="3905864" y="2785249"/>
            <a:ext cx="4380271"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Times New Roman"/>
              <a:buNone/>
            </a:pPr>
            <a:r>
              <a:rPr lang="en-IN" sz="6000" i="0" u="none" strike="noStrike" cap="none">
                <a:solidFill>
                  <a:srgbClr val="000000"/>
                </a:solidFill>
                <a:latin typeface="Times New Roman"/>
                <a:ea typeface="Times New Roman"/>
                <a:cs typeface="Times New Roman"/>
                <a:sym typeface="Times New Roman"/>
              </a:rPr>
              <a:t>Thank you!</a:t>
            </a:r>
            <a:endParaRP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1010</Words>
  <Application>Microsoft Office PowerPoint</Application>
  <PresentationFormat>Widescreen</PresentationFormat>
  <Paragraphs>110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Asha Sheldon</dc:creator>
  <cp:lastModifiedBy>ANSHULA ADDANKI</cp:lastModifiedBy>
  <cp:revision>2</cp:revision>
  <dcterms:created xsi:type="dcterms:W3CDTF">2024-06-11T09:24:00Z</dcterms:created>
  <dcterms:modified xsi:type="dcterms:W3CDTF">2026-06-02T04:28:20Z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1924306D2FF64C1EB7390500C528CA97_12</vt:lpwstr>
  </property>
  <property fmtid="{D5CDD505-2E9C-101B-9397-08002B2CF9AE}" pid="3" name="KSOProductBuildVer">
    <vt:lpwstr>1033-12.2.0.22549</vt:lpwstr>
  </property>
</Properties>
</file>